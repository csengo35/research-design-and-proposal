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sldIdLst>
    <p:sldId id="256" r:id="rId2"/>
    <p:sldId id="257" r:id="rId3"/>
    <p:sldId id="258" r:id="rId4"/>
    <p:sldId id="259" r:id="rId5"/>
    <p:sldId id="268" r:id="rId6"/>
    <p:sldId id="260" r:id="rId7"/>
    <p:sldId id="269" r:id="rId8"/>
    <p:sldId id="272" r:id="rId9"/>
    <p:sldId id="271" r:id="rId10"/>
    <p:sldId id="261" r:id="rId11"/>
    <p:sldId id="270" r:id="rId12"/>
    <p:sldId id="266" r:id="rId13"/>
    <p:sldId id="27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702DE7-ABB2-4F09-8BA0-69F09C594A16}" v="458" dt="2025-12-07T15:53:12.7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6" d="100"/>
          <a:sy n="106" d="100"/>
        </p:scale>
        <p:origin x="88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ne Karani" userId="53ac3a4e-5d8f-427f-9526-9ea1b60f13e4" providerId="ADAL" clId="{3A4C4DAA-7D6A-4484-B795-4396F6907855}"/>
    <pc:docChg chg="undo custSel addSld delSld modSld sldOrd">
      <pc:chgData name="Christine Karani" userId="53ac3a4e-5d8f-427f-9526-9ea1b60f13e4" providerId="ADAL" clId="{3A4C4DAA-7D6A-4484-B795-4396F6907855}" dt="2025-12-07T16:00:30.331" v="6512" actId="20577"/>
      <pc:docMkLst>
        <pc:docMk/>
      </pc:docMkLst>
      <pc:sldChg chg="addSp delSp modSp mod setBg delDesignElem">
        <pc:chgData name="Christine Karani" userId="53ac3a4e-5d8f-427f-9526-9ea1b60f13e4" providerId="ADAL" clId="{3A4C4DAA-7D6A-4484-B795-4396F6907855}" dt="2025-12-07T15:46:48.679" v="6284" actId="26606"/>
        <pc:sldMkLst>
          <pc:docMk/>
          <pc:sldMk cId="0" sldId="256"/>
        </pc:sldMkLst>
        <pc:spChg chg="mod">
          <ac:chgData name="Christine Karani" userId="53ac3a4e-5d8f-427f-9526-9ea1b60f13e4" providerId="ADAL" clId="{3A4C4DAA-7D6A-4484-B795-4396F6907855}" dt="2025-12-07T15:46:48.679" v="6284" actId="26606"/>
          <ac:spMkLst>
            <pc:docMk/>
            <pc:sldMk cId="0" sldId="256"/>
            <ac:spMk id="2" creationId="{00000000-0000-0000-0000-000000000000}"/>
          </ac:spMkLst>
        </pc:spChg>
        <pc:spChg chg="mod">
          <ac:chgData name="Christine Karani" userId="53ac3a4e-5d8f-427f-9526-9ea1b60f13e4" providerId="ADAL" clId="{3A4C4DAA-7D6A-4484-B795-4396F6907855}" dt="2025-12-07T15:46:48.679" v="6284" actId="26606"/>
          <ac:spMkLst>
            <pc:docMk/>
            <pc:sldMk cId="0" sldId="256"/>
            <ac:spMk id="3" creationId="{00000000-0000-0000-0000-000000000000}"/>
          </ac:spMkLst>
        </pc:spChg>
        <pc:spChg chg="add">
          <ac:chgData name="Christine Karani" userId="53ac3a4e-5d8f-427f-9526-9ea1b60f13e4" providerId="ADAL" clId="{3A4C4DAA-7D6A-4484-B795-4396F6907855}" dt="2025-12-07T15:46:48.679" v="6284" actId="26606"/>
          <ac:spMkLst>
            <pc:docMk/>
            <pc:sldMk cId="0" sldId="256"/>
            <ac:spMk id="5" creationId="{1EE485E7-7D6D-4CB0-A3AD-261D97B2EFEA}"/>
          </ac:spMkLst>
        </pc:spChg>
        <pc:spChg chg="add">
          <ac:chgData name="Christine Karani" userId="53ac3a4e-5d8f-427f-9526-9ea1b60f13e4" providerId="ADAL" clId="{3A4C4DAA-7D6A-4484-B795-4396F6907855}" dt="2025-12-07T15:46:48.679" v="6284" actId="26606"/>
          <ac:spMkLst>
            <pc:docMk/>
            <pc:sldMk cId="0" sldId="256"/>
            <ac:spMk id="6" creationId="{A55E3208-F0C4-4962-8946-065C94F89635}"/>
          </ac:spMkLst>
        </pc:spChg>
        <pc:spChg chg="add del">
          <ac:chgData name="Christine Karani" userId="53ac3a4e-5d8f-427f-9526-9ea1b60f13e4" providerId="ADAL" clId="{3A4C4DAA-7D6A-4484-B795-4396F6907855}" dt="2025-12-07T15:45:59.826" v="6254"/>
          <ac:spMkLst>
            <pc:docMk/>
            <pc:sldMk cId="0" sldId="256"/>
            <ac:spMk id="8" creationId="{081EA652-8C6A-4E69-BEB9-170809474553}"/>
          </ac:spMkLst>
        </pc:spChg>
        <pc:spChg chg="add del">
          <ac:chgData name="Christine Karani" userId="53ac3a4e-5d8f-427f-9526-9ea1b60f13e4" providerId="ADAL" clId="{3A4C4DAA-7D6A-4484-B795-4396F6907855}" dt="2025-12-07T15:45:59.826" v="6254"/>
          <ac:spMkLst>
            <pc:docMk/>
            <pc:sldMk cId="0" sldId="256"/>
            <ac:spMk id="10" creationId="{5298780A-33B9-4EA2-8F67-DE68AD62841B}"/>
          </ac:spMkLst>
        </pc:spChg>
        <pc:spChg chg="add del">
          <ac:chgData name="Christine Karani" userId="53ac3a4e-5d8f-427f-9526-9ea1b60f13e4" providerId="ADAL" clId="{3A4C4DAA-7D6A-4484-B795-4396F6907855}" dt="2025-12-07T15:45:59.826" v="6254"/>
          <ac:spMkLst>
            <pc:docMk/>
            <pc:sldMk cId="0" sldId="256"/>
            <ac:spMk id="12" creationId="{7F488E8B-4E1E-4402-8935-D4E6C02615C7}"/>
          </ac:spMkLst>
        </pc:spChg>
        <pc:picChg chg="add">
          <ac:chgData name="Christine Karani" userId="53ac3a4e-5d8f-427f-9526-9ea1b60f13e4" providerId="ADAL" clId="{3A4C4DAA-7D6A-4484-B795-4396F6907855}" dt="2025-12-07T15:46:48.679" v="6284" actId="26606"/>
          <ac:picMkLst>
            <pc:docMk/>
            <pc:sldMk cId="0" sldId="256"/>
            <ac:picMk id="14" creationId="{7021C573-B3FF-44B8-A5DE-AB39E9AA6B96}"/>
          </ac:picMkLst>
        </pc:picChg>
        <pc:cxnChg chg="add">
          <ac:chgData name="Christine Karani" userId="53ac3a4e-5d8f-427f-9526-9ea1b60f13e4" providerId="ADAL" clId="{3A4C4DAA-7D6A-4484-B795-4396F6907855}" dt="2025-12-07T15:46:48.679" v="6284" actId="26606"/>
          <ac:cxnSpMkLst>
            <pc:docMk/>
            <pc:sldMk cId="0" sldId="256"/>
            <ac:cxnSpMk id="7" creationId="{4FAE17D3-C2DC-4665-AF20-33C5BACD5E01}"/>
          </ac:cxnSpMkLst>
        </pc:cxnChg>
        <pc:cxnChg chg="add">
          <ac:chgData name="Christine Karani" userId="53ac3a4e-5d8f-427f-9526-9ea1b60f13e4" providerId="ADAL" clId="{3A4C4DAA-7D6A-4484-B795-4396F6907855}" dt="2025-12-07T15:46:48.679" v="6284" actId="26606"/>
          <ac:cxnSpMkLst>
            <pc:docMk/>
            <pc:sldMk cId="0" sldId="256"/>
            <ac:cxnSpMk id="16" creationId="{50B0CCD4-E9B0-43B2-806F-05EDF57A7628}"/>
          </ac:cxnSpMkLst>
        </pc:cxnChg>
      </pc:sldChg>
      <pc:sldChg chg="addSp delSp modSp mod setBg delDesignElem">
        <pc:chgData name="Christine Karani" userId="53ac3a4e-5d8f-427f-9526-9ea1b60f13e4" providerId="ADAL" clId="{3A4C4DAA-7D6A-4484-B795-4396F6907855}" dt="2025-12-07T16:00:30.331" v="6512" actId="20577"/>
        <pc:sldMkLst>
          <pc:docMk/>
          <pc:sldMk cId="0" sldId="257"/>
        </pc:sldMkLst>
        <pc:spChg chg="mod">
          <ac:chgData name="Christine Karani" userId="53ac3a4e-5d8f-427f-9526-9ea1b60f13e4" providerId="ADAL" clId="{3A4C4DAA-7D6A-4484-B795-4396F6907855}" dt="2025-12-07T15:46:18.323" v="6282" actId="27636"/>
          <ac:spMkLst>
            <pc:docMk/>
            <pc:sldMk cId="0" sldId="257"/>
            <ac:spMk id="2" creationId="{00000000-0000-0000-0000-000000000000}"/>
          </ac:spMkLst>
        </pc:spChg>
        <pc:spChg chg="mod">
          <ac:chgData name="Christine Karani" userId="53ac3a4e-5d8f-427f-9526-9ea1b60f13e4" providerId="ADAL" clId="{3A4C4DAA-7D6A-4484-B795-4396F6907855}" dt="2025-12-07T16:00:30.331" v="6512" actId="20577"/>
          <ac:spMkLst>
            <pc:docMk/>
            <pc:sldMk cId="0" sldId="257"/>
            <ac:spMk id="3" creationId="{00000000-0000-0000-0000-000000000000}"/>
          </ac:spMkLst>
        </pc:spChg>
        <pc:spChg chg="add del">
          <ac:chgData name="Christine Karani" userId="53ac3a4e-5d8f-427f-9526-9ea1b60f13e4" providerId="ADAL" clId="{3A4C4DAA-7D6A-4484-B795-4396F6907855}" dt="2025-12-07T15:45:59.826" v="6254"/>
          <ac:spMkLst>
            <pc:docMk/>
            <pc:sldMk cId="0" sldId="257"/>
            <ac:spMk id="8" creationId="{081EA652-8C6A-4E69-BEB9-170809474553}"/>
          </ac:spMkLst>
        </pc:spChg>
        <pc:spChg chg="add del">
          <ac:chgData name="Christine Karani" userId="53ac3a4e-5d8f-427f-9526-9ea1b60f13e4" providerId="ADAL" clId="{3A4C4DAA-7D6A-4484-B795-4396F6907855}" dt="2025-12-07T15:45:59.826" v="6254"/>
          <ac:spMkLst>
            <pc:docMk/>
            <pc:sldMk cId="0" sldId="257"/>
            <ac:spMk id="10" creationId="{5298780A-33B9-4EA2-8F67-DE68AD62841B}"/>
          </ac:spMkLst>
        </pc:spChg>
        <pc:spChg chg="add del">
          <ac:chgData name="Christine Karani" userId="53ac3a4e-5d8f-427f-9526-9ea1b60f13e4" providerId="ADAL" clId="{3A4C4DAA-7D6A-4484-B795-4396F6907855}" dt="2025-12-07T15:45:59.826" v="6254"/>
          <ac:spMkLst>
            <pc:docMk/>
            <pc:sldMk cId="0" sldId="257"/>
            <ac:spMk id="12" creationId="{7F488E8B-4E1E-4402-8935-D4E6C02615C7}"/>
          </ac:spMkLst>
        </pc:spChg>
      </pc:sldChg>
      <pc:sldChg chg="addSp delSp modSp mod">
        <pc:chgData name="Christine Karani" userId="53ac3a4e-5d8f-427f-9526-9ea1b60f13e4" providerId="ADAL" clId="{3A4C4DAA-7D6A-4484-B795-4396F6907855}" dt="2025-12-07T15:47:14.047" v="6285"/>
        <pc:sldMkLst>
          <pc:docMk/>
          <pc:sldMk cId="0" sldId="258"/>
        </pc:sldMkLst>
        <pc:spChg chg="mod">
          <ac:chgData name="Christine Karani" userId="53ac3a4e-5d8f-427f-9526-9ea1b60f13e4" providerId="ADAL" clId="{3A4C4DAA-7D6A-4484-B795-4396F6907855}" dt="2025-12-07T15:46:18.117" v="6274"/>
          <ac:spMkLst>
            <pc:docMk/>
            <pc:sldMk cId="0" sldId="258"/>
            <ac:spMk id="2" creationId="{00000000-0000-0000-0000-000000000000}"/>
          </ac:spMkLst>
        </pc:spChg>
        <pc:spChg chg="mod">
          <ac:chgData name="Christine Karani" userId="53ac3a4e-5d8f-427f-9526-9ea1b60f13e4" providerId="ADAL" clId="{3A4C4DAA-7D6A-4484-B795-4396F6907855}" dt="2025-12-07T15:46:18.254" v="6275" actId="27636"/>
          <ac:spMkLst>
            <pc:docMk/>
            <pc:sldMk cId="0" sldId="258"/>
            <ac:spMk id="3" creationId="{00000000-0000-0000-0000-000000000000}"/>
          </ac:spMkLst>
        </pc:spChg>
        <pc:graphicFrameChg chg="add del mod">
          <ac:chgData name="Christine Karani" userId="53ac3a4e-5d8f-427f-9526-9ea1b60f13e4" providerId="ADAL" clId="{3A4C4DAA-7D6A-4484-B795-4396F6907855}" dt="2025-12-07T15:44:44.830" v="6243" actId="14100"/>
          <ac:graphicFrameMkLst>
            <pc:docMk/>
            <pc:sldMk cId="0" sldId="258"/>
            <ac:graphicFrameMk id="6" creationId="{6159B34E-3B11-DAE8-65CA-C9D150B3D070}"/>
          </ac:graphicFrameMkLst>
        </pc:graphicFrameChg>
        <pc:picChg chg="add mod">
          <ac:chgData name="Christine Karani" userId="53ac3a4e-5d8f-427f-9526-9ea1b60f13e4" providerId="ADAL" clId="{3A4C4DAA-7D6A-4484-B795-4396F6907855}" dt="2025-12-07T15:47:14.047" v="6285"/>
          <ac:picMkLst>
            <pc:docMk/>
            <pc:sldMk cId="0" sldId="258"/>
            <ac:picMk id="7" creationId="{787AF3F6-3AF4-1775-AE5B-635001460752}"/>
          </ac:picMkLst>
        </pc:picChg>
      </pc:sldChg>
      <pc:sldChg chg="addSp delSp modSp mod setBg">
        <pc:chgData name="Christine Karani" userId="53ac3a4e-5d8f-427f-9526-9ea1b60f13e4" providerId="ADAL" clId="{3A4C4DAA-7D6A-4484-B795-4396F6907855}" dt="2025-12-07T15:48:13.095" v="6286" actId="26606"/>
        <pc:sldMkLst>
          <pc:docMk/>
          <pc:sldMk cId="0" sldId="259"/>
        </pc:sldMkLst>
        <pc:spChg chg="mod">
          <ac:chgData name="Christine Karani" userId="53ac3a4e-5d8f-427f-9526-9ea1b60f13e4" providerId="ADAL" clId="{3A4C4DAA-7D6A-4484-B795-4396F6907855}" dt="2025-12-07T15:48:13.095" v="6286" actId="26606"/>
          <ac:spMkLst>
            <pc:docMk/>
            <pc:sldMk cId="0" sldId="259"/>
            <ac:spMk id="2" creationId="{00000000-0000-0000-0000-000000000000}"/>
          </ac:spMkLst>
        </pc:spChg>
        <pc:spChg chg="mod">
          <ac:chgData name="Christine Karani" userId="53ac3a4e-5d8f-427f-9526-9ea1b60f13e4" providerId="ADAL" clId="{3A4C4DAA-7D6A-4484-B795-4396F6907855}" dt="2025-12-07T15:48:13.095" v="6286" actId="26606"/>
          <ac:spMkLst>
            <pc:docMk/>
            <pc:sldMk cId="0" sldId="259"/>
            <ac:spMk id="3" creationId="{00000000-0000-0000-0000-000000000000}"/>
          </ac:spMkLst>
        </pc:spChg>
        <pc:grpChg chg="add">
          <ac:chgData name="Christine Karani" userId="53ac3a4e-5d8f-427f-9526-9ea1b60f13e4" providerId="ADAL" clId="{3A4C4DAA-7D6A-4484-B795-4396F6907855}" dt="2025-12-07T15:48:13.095" v="6286" actId="26606"/>
          <ac:grpSpMkLst>
            <pc:docMk/>
            <pc:sldMk cId="0" sldId="259"/>
            <ac:grpSpMk id="10" creationId="{F7C65FA4-631C-444F-89AA-F891363CCF6E}"/>
          </ac:grpSpMkLst>
        </pc:grpChg>
        <pc:graphicFrameChg chg="add del mod">
          <ac:chgData name="Christine Karani" userId="53ac3a4e-5d8f-427f-9526-9ea1b60f13e4" providerId="ADAL" clId="{3A4C4DAA-7D6A-4484-B795-4396F6907855}" dt="2025-12-07T12:11:21.284" v="2079" actId="3680"/>
          <ac:graphicFrameMkLst>
            <pc:docMk/>
            <pc:sldMk cId="0" sldId="259"/>
            <ac:graphicFrameMk id="4" creationId="{A84B068E-B4F6-5036-AEDF-4BE5EB3CF904}"/>
          </ac:graphicFrameMkLst>
        </pc:graphicFrameChg>
        <pc:graphicFrameChg chg="add mod modGraphic">
          <ac:chgData name="Christine Karani" userId="53ac3a4e-5d8f-427f-9526-9ea1b60f13e4" providerId="ADAL" clId="{3A4C4DAA-7D6A-4484-B795-4396F6907855}" dt="2025-12-07T15:48:13.095" v="6286" actId="26606"/>
          <ac:graphicFrameMkLst>
            <pc:docMk/>
            <pc:sldMk cId="0" sldId="259"/>
            <ac:graphicFrameMk id="5" creationId="{32FFFD56-6289-7ADE-3DE9-A4BB14AA87C4}"/>
          </ac:graphicFrameMkLst>
        </pc:graphicFrameChg>
      </pc:sldChg>
      <pc:sldChg chg="addSp modSp mod setBg">
        <pc:chgData name="Christine Karani" userId="53ac3a4e-5d8f-427f-9526-9ea1b60f13e4" providerId="ADAL" clId="{3A4C4DAA-7D6A-4484-B795-4396F6907855}" dt="2025-12-07T15:51:14.575" v="6325" actId="26606"/>
        <pc:sldMkLst>
          <pc:docMk/>
          <pc:sldMk cId="0" sldId="260"/>
        </pc:sldMkLst>
        <pc:spChg chg="mod">
          <ac:chgData name="Christine Karani" userId="53ac3a4e-5d8f-427f-9526-9ea1b60f13e4" providerId="ADAL" clId="{3A4C4DAA-7D6A-4484-B795-4396F6907855}" dt="2025-12-07T15:51:14.575" v="6325" actId="26606"/>
          <ac:spMkLst>
            <pc:docMk/>
            <pc:sldMk cId="0" sldId="260"/>
            <ac:spMk id="2" creationId="{00000000-0000-0000-0000-000000000000}"/>
          </ac:spMkLst>
        </pc:spChg>
        <pc:spChg chg="mod">
          <ac:chgData name="Christine Karani" userId="53ac3a4e-5d8f-427f-9526-9ea1b60f13e4" providerId="ADAL" clId="{3A4C4DAA-7D6A-4484-B795-4396F6907855}" dt="2025-12-07T15:51:14.575" v="6325" actId="26606"/>
          <ac:spMkLst>
            <pc:docMk/>
            <pc:sldMk cId="0" sldId="260"/>
            <ac:spMk id="3" creationId="{00000000-0000-0000-0000-000000000000}"/>
          </ac:spMkLst>
        </pc:spChg>
        <pc:spChg chg="add">
          <ac:chgData name="Christine Karani" userId="53ac3a4e-5d8f-427f-9526-9ea1b60f13e4" providerId="ADAL" clId="{3A4C4DAA-7D6A-4484-B795-4396F6907855}" dt="2025-12-07T15:51:14.575" v="6325" actId="26606"/>
          <ac:spMkLst>
            <pc:docMk/>
            <pc:sldMk cId="0" sldId="260"/>
            <ac:spMk id="11" creationId="{35C3D674-3D59-4E93-80CA-0C0A9095E816}"/>
          </ac:spMkLst>
        </pc:spChg>
        <pc:spChg chg="add">
          <ac:chgData name="Christine Karani" userId="53ac3a4e-5d8f-427f-9526-9ea1b60f13e4" providerId="ADAL" clId="{3A4C4DAA-7D6A-4484-B795-4396F6907855}" dt="2025-12-07T15:51:14.575" v="6325" actId="26606"/>
          <ac:spMkLst>
            <pc:docMk/>
            <pc:sldMk cId="0" sldId="260"/>
            <ac:spMk id="15" creationId="{EF2A81E1-BCBE-426B-8C09-33274E69409D}"/>
          </ac:spMkLst>
        </pc:spChg>
        <pc:graphicFrameChg chg="add mod">
          <ac:chgData name="Christine Karani" userId="53ac3a4e-5d8f-427f-9526-9ea1b60f13e4" providerId="ADAL" clId="{3A4C4DAA-7D6A-4484-B795-4396F6907855}" dt="2025-12-07T15:51:14.575" v="6325" actId="26606"/>
          <ac:graphicFrameMkLst>
            <pc:docMk/>
            <pc:sldMk cId="0" sldId="260"/>
            <ac:graphicFrameMk id="6" creationId="{99A0DF82-4D40-1C57-3DFE-CCC3C00D9FD6}"/>
          </ac:graphicFrameMkLst>
        </pc:graphicFrameChg>
        <pc:picChg chg="add">
          <ac:chgData name="Christine Karani" userId="53ac3a4e-5d8f-427f-9526-9ea1b60f13e4" providerId="ADAL" clId="{3A4C4DAA-7D6A-4484-B795-4396F6907855}" dt="2025-12-07T15:51:14.575" v="6325" actId="26606"/>
          <ac:picMkLst>
            <pc:docMk/>
            <pc:sldMk cId="0" sldId="260"/>
            <ac:picMk id="17" creationId="{39D1DDD4-5BB3-45BA-B9B3-06B62299AD79}"/>
          </ac:picMkLst>
        </pc:picChg>
        <pc:cxnChg chg="add">
          <ac:chgData name="Christine Karani" userId="53ac3a4e-5d8f-427f-9526-9ea1b60f13e4" providerId="ADAL" clId="{3A4C4DAA-7D6A-4484-B795-4396F6907855}" dt="2025-12-07T15:51:14.575" v="6325" actId="26606"/>
          <ac:cxnSpMkLst>
            <pc:docMk/>
            <pc:sldMk cId="0" sldId="260"/>
            <ac:cxnSpMk id="13" creationId="{C884B8F8-FDC9-498B-9960-5D7260AFCB03}"/>
          </ac:cxnSpMkLst>
        </pc:cxnChg>
        <pc:cxnChg chg="add">
          <ac:chgData name="Christine Karani" userId="53ac3a4e-5d8f-427f-9526-9ea1b60f13e4" providerId="ADAL" clId="{3A4C4DAA-7D6A-4484-B795-4396F6907855}" dt="2025-12-07T15:51:14.575" v="6325" actId="26606"/>
          <ac:cxnSpMkLst>
            <pc:docMk/>
            <pc:sldMk cId="0" sldId="260"/>
            <ac:cxnSpMk id="19" creationId="{A24DAE64-2302-42EA-8239-F2F0775CA5AD}"/>
          </ac:cxnSpMkLst>
        </pc:cxnChg>
      </pc:sldChg>
      <pc:sldChg chg="addSp delSp modSp mod setBg">
        <pc:chgData name="Christine Karani" userId="53ac3a4e-5d8f-427f-9526-9ea1b60f13e4" providerId="ADAL" clId="{3A4C4DAA-7D6A-4484-B795-4396F6907855}" dt="2025-12-07T15:54:47.253" v="6348" actId="20577"/>
        <pc:sldMkLst>
          <pc:docMk/>
          <pc:sldMk cId="0" sldId="261"/>
        </pc:sldMkLst>
        <pc:spChg chg="mod">
          <ac:chgData name="Christine Karani" userId="53ac3a4e-5d8f-427f-9526-9ea1b60f13e4" providerId="ADAL" clId="{3A4C4DAA-7D6A-4484-B795-4396F6907855}" dt="2025-12-07T15:54:26.743" v="6337" actId="26606"/>
          <ac:spMkLst>
            <pc:docMk/>
            <pc:sldMk cId="0" sldId="261"/>
            <ac:spMk id="2" creationId="{00000000-0000-0000-0000-000000000000}"/>
          </ac:spMkLst>
        </pc:spChg>
        <pc:spChg chg="mod">
          <ac:chgData name="Christine Karani" userId="53ac3a4e-5d8f-427f-9526-9ea1b60f13e4" providerId="ADAL" clId="{3A4C4DAA-7D6A-4484-B795-4396F6907855}" dt="2025-12-07T15:54:26.743" v="6337" actId="26606"/>
          <ac:spMkLst>
            <pc:docMk/>
            <pc:sldMk cId="0" sldId="261"/>
            <ac:spMk id="3" creationId="{00000000-0000-0000-0000-000000000000}"/>
          </ac:spMkLst>
        </pc:spChg>
        <pc:grpChg chg="add">
          <ac:chgData name="Christine Karani" userId="53ac3a4e-5d8f-427f-9526-9ea1b60f13e4" providerId="ADAL" clId="{3A4C4DAA-7D6A-4484-B795-4396F6907855}" dt="2025-12-07T15:54:26.743" v="6337" actId="26606"/>
          <ac:grpSpMkLst>
            <pc:docMk/>
            <pc:sldMk cId="0" sldId="261"/>
            <ac:grpSpMk id="10" creationId="{F7C65FA4-631C-444F-89AA-F891363CCF6E}"/>
          </ac:grpSpMkLst>
        </pc:grpChg>
        <pc:graphicFrameChg chg="add del mod modGraphic">
          <ac:chgData name="Christine Karani" userId="53ac3a4e-5d8f-427f-9526-9ea1b60f13e4" providerId="ADAL" clId="{3A4C4DAA-7D6A-4484-B795-4396F6907855}" dt="2025-12-07T14:22:48.837" v="4261" actId="478"/>
          <ac:graphicFrameMkLst>
            <pc:docMk/>
            <pc:sldMk cId="0" sldId="261"/>
            <ac:graphicFrameMk id="4" creationId="{D2E94110-5ECE-1D70-F3D5-282C3F0D5C8B}"/>
          </ac:graphicFrameMkLst>
        </pc:graphicFrameChg>
        <pc:graphicFrameChg chg="add mod modGraphic">
          <ac:chgData name="Christine Karani" userId="53ac3a4e-5d8f-427f-9526-9ea1b60f13e4" providerId="ADAL" clId="{3A4C4DAA-7D6A-4484-B795-4396F6907855}" dt="2025-12-07T15:54:47.253" v="6348" actId="20577"/>
          <ac:graphicFrameMkLst>
            <pc:docMk/>
            <pc:sldMk cId="0" sldId="261"/>
            <ac:graphicFrameMk id="5" creationId="{4593549B-B16F-6B6D-B8D7-F5FDC67E56E6}"/>
          </ac:graphicFrameMkLst>
        </pc:graphicFrameChg>
      </pc:sldChg>
      <pc:sldChg chg="del">
        <pc:chgData name="Christine Karani" userId="53ac3a4e-5d8f-427f-9526-9ea1b60f13e4" providerId="ADAL" clId="{3A4C4DAA-7D6A-4484-B795-4396F6907855}" dt="2025-12-07T15:11:09.264" v="4946" actId="2696"/>
        <pc:sldMkLst>
          <pc:docMk/>
          <pc:sldMk cId="0" sldId="262"/>
        </pc:sldMkLst>
      </pc:sldChg>
      <pc:sldChg chg="del">
        <pc:chgData name="Christine Karani" userId="53ac3a4e-5d8f-427f-9526-9ea1b60f13e4" providerId="ADAL" clId="{3A4C4DAA-7D6A-4484-B795-4396F6907855}" dt="2025-12-07T12:30:02.949" v="2914" actId="2696"/>
        <pc:sldMkLst>
          <pc:docMk/>
          <pc:sldMk cId="0" sldId="263"/>
        </pc:sldMkLst>
      </pc:sldChg>
      <pc:sldChg chg="del">
        <pc:chgData name="Christine Karani" userId="53ac3a4e-5d8f-427f-9526-9ea1b60f13e4" providerId="ADAL" clId="{3A4C4DAA-7D6A-4484-B795-4396F6907855}" dt="2025-12-07T12:30:13.160" v="2915" actId="2696"/>
        <pc:sldMkLst>
          <pc:docMk/>
          <pc:sldMk cId="0" sldId="264"/>
        </pc:sldMkLst>
      </pc:sldChg>
      <pc:sldChg chg="del">
        <pc:chgData name="Christine Karani" userId="53ac3a4e-5d8f-427f-9526-9ea1b60f13e4" providerId="ADAL" clId="{3A4C4DAA-7D6A-4484-B795-4396F6907855}" dt="2025-12-07T15:21:18.744" v="4947" actId="2696"/>
        <pc:sldMkLst>
          <pc:docMk/>
          <pc:sldMk cId="0" sldId="265"/>
        </pc:sldMkLst>
      </pc:sldChg>
      <pc:sldChg chg="addSp modSp mod setBg">
        <pc:chgData name="Christine Karani" userId="53ac3a4e-5d8f-427f-9526-9ea1b60f13e4" providerId="ADAL" clId="{3A4C4DAA-7D6A-4484-B795-4396F6907855}" dt="2025-12-07T15:56:04.972" v="6350" actId="26606"/>
        <pc:sldMkLst>
          <pc:docMk/>
          <pc:sldMk cId="0" sldId="266"/>
        </pc:sldMkLst>
        <pc:spChg chg="mod">
          <ac:chgData name="Christine Karani" userId="53ac3a4e-5d8f-427f-9526-9ea1b60f13e4" providerId="ADAL" clId="{3A4C4DAA-7D6A-4484-B795-4396F6907855}" dt="2025-12-07T15:56:04.972" v="6350" actId="26606"/>
          <ac:spMkLst>
            <pc:docMk/>
            <pc:sldMk cId="0" sldId="266"/>
            <ac:spMk id="2" creationId="{00000000-0000-0000-0000-000000000000}"/>
          </ac:spMkLst>
        </pc:spChg>
        <pc:spChg chg="mod">
          <ac:chgData name="Christine Karani" userId="53ac3a4e-5d8f-427f-9526-9ea1b60f13e4" providerId="ADAL" clId="{3A4C4DAA-7D6A-4484-B795-4396F6907855}" dt="2025-12-07T15:56:04.972" v="6350" actId="26606"/>
          <ac:spMkLst>
            <pc:docMk/>
            <pc:sldMk cId="0" sldId="266"/>
            <ac:spMk id="3" creationId="{00000000-0000-0000-0000-000000000000}"/>
          </ac:spMkLst>
        </pc:spChg>
        <pc:spChg chg="add">
          <ac:chgData name="Christine Karani" userId="53ac3a4e-5d8f-427f-9526-9ea1b60f13e4" providerId="ADAL" clId="{3A4C4DAA-7D6A-4484-B795-4396F6907855}" dt="2025-12-07T15:40:05.431" v="6198"/>
          <ac:spMkLst>
            <pc:docMk/>
            <pc:sldMk cId="0" sldId="266"/>
            <ac:spMk id="4" creationId="{69E64B48-F72F-217E-A061-DAFA38B3F137}"/>
          </ac:spMkLst>
        </pc:spChg>
        <pc:spChg chg="add">
          <ac:chgData name="Christine Karani" userId="53ac3a4e-5d8f-427f-9526-9ea1b60f13e4" providerId="ADAL" clId="{3A4C4DAA-7D6A-4484-B795-4396F6907855}" dt="2025-12-07T15:56:04.972" v="6350" actId="26606"/>
          <ac:spMkLst>
            <pc:docMk/>
            <pc:sldMk cId="0" sldId="266"/>
            <ac:spMk id="8" creationId="{F63C748C-967B-4A7B-A90F-3EDD0F485AC6}"/>
          </ac:spMkLst>
        </pc:spChg>
        <pc:spChg chg="add">
          <ac:chgData name="Christine Karani" userId="53ac3a4e-5d8f-427f-9526-9ea1b60f13e4" providerId="ADAL" clId="{3A4C4DAA-7D6A-4484-B795-4396F6907855}" dt="2025-12-07T15:56:04.972" v="6350" actId="26606"/>
          <ac:spMkLst>
            <pc:docMk/>
            <pc:sldMk cId="0" sldId="266"/>
            <ac:spMk id="10" creationId="{C0143637-4934-44E4-B909-BAF1E7B27972}"/>
          </ac:spMkLst>
        </pc:spChg>
      </pc:sldChg>
      <pc:sldChg chg="del">
        <pc:chgData name="Christine Karani" userId="53ac3a4e-5d8f-427f-9526-9ea1b60f13e4" providerId="ADAL" clId="{3A4C4DAA-7D6A-4484-B795-4396F6907855}" dt="2025-12-07T15:41:39.105" v="6207" actId="2696"/>
        <pc:sldMkLst>
          <pc:docMk/>
          <pc:sldMk cId="0" sldId="267"/>
        </pc:sldMkLst>
      </pc:sldChg>
      <pc:sldChg chg="addSp delSp modSp new mod setBg">
        <pc:chgData name="Christine Karani" userId="53ac3a4e-5d8f-427f-9526-9ea1b60f13e4" providerId="ADAL" clId="{3A4C4DAA-7D6A-4484-B795-4396F6907855}" dt="2025-12-07T15:50:52.734" v="6324" actId="20577"/>
        <pc:sldMkLst>
          <pc:docMk/>
          <pc:sldMk cId="1300146796" sldId="268"/>
        </pc:sldMkLst>
        <pc:spChg chg="mod">
          <ac:chgData name="Christine Karani" userId="53ac3a4e-5d8f-427f-9526-9ea1b60f13e4" providerId="ADAL" clId="{3A4C4DAA-7D6A-4484-B795-4396F6907855}" dt="2025-12-07T15:50:12.398" v="6297" actId="26606"/>
          <ac:spMkLst>
            <pc:docMk/>
            <pc:sldMk cId="1300146796" sldId="268"/>
            <ac:spMk id="2" creationId="{6300BAFB-8284-33B0-7E5F-8B0C45FC5DCE}"/>
          </ac:spMkLst>
        </pc:spChg>
        <pc:spChg chg="mod">
          <ac:chgData name="Christine Karani" userId="53ac3a4e-5d8f-427f-9526-9ea1b60f13e4" providerId="ADAL" clId="{3A4C4DAA-7D6A-4484-B795-4396F6907855}" dt="2025-12-07T15:50:12.398" v="6297" actId="26606"/>
          <ac:spMkLst>
            <pc:docMk/>
            <pc:sldMk cId="1300146796" sldId="268"/>
            <ac:spMk id="3" creationId="{9FAD2419-3A03-0B41-A208-565C48D52036}"/>
          </ac:spMkLst>
        </pc:spChg>
        <pc:spChg chg="add del">
          <ac:chgData name="Christine Karani" userId="53ac3a4e-5d8f-427f-9526-9ea1b60f13e4" providerId="ADAL" clId="{3A4C4DAA-7D6A-4484-B795-4396F6907855}" dt="2025-12-07T15:50:12.412" v="6298" actId="26606"/>
          <ac:spMkLst>
            <pc:docMk/>
            <pc:sldMk cId="1300146796" sldId="268"/>
            <ac:spMk id="15" creationId="{EF2A81E1-BCBE-426B-8C09-33274E69409D}"/>
          </ac:spMkLst>
        </pc:spChg>
        <pc:spChg chg="add del">
          <ac:chgData name="Christine Karani" userId="53ac3a4e-5d8f-427f-9526-9ea1b60f13e4" providerId="ADAL" clId="{3A4C4DAA-7D6A-4484-B795-4396F6907855}" dt="2025-12-07T15:50:12.412" v="6298" actId="26606"/>
          <ac:spMkLst>
            <pc:docMk/>
            <pc:sldMk cId="1300146796" sldId="268"/>
            <ac:spMk id="16" creationId="{35C3D674-3D59-4E93-80CA-0C0A9095E816}"/>
          </ac:spMkLst>
        </pc:spChg>
        <pc:spChg chg="add del">
          <ac:chgData name="Christine Karani" userId="53ac3a4e-5d8f-427f-9526-9ea1b60f13e4" providerId="ADAL" clId="{3A4C4DAA-7D6A-4484-B795-4396F6907855}" dt="2025-12-07T15:50:12.398" v="6297" actId="26606"/>
          <ac:spMkLst>
            <pc:docMk/>
            <pc:sldMk cId="1300146796" sldId="268"/>
            <ac:spMk id="21" creationId="{1C2A4B30-77D7-4FFB-8B53-A88BD68CABD2}"/>
          </ac:spMkLst>
        </pc:spChg>
        <pc:spChg chg="add del">
          <ac:chgData name="Christine Karani" userId="53ac3a4e-5d8f-427f-9526-9ea1b60f13e4" providerId="ADAL" clId="{3A4C4DAA-7D6A-4484-B795-4396F6907855}" dt="2025-12-07T15:50:12.398" v="6297" actId="26606"/>
          <ac:spMkLst>
            <pc:docMk/>
            <pc:sldMk cId="1300146796" sldId="268"/>
            <ac:spMk id="23" creationId="{01E4D783-AD45-49E7-B6C7-BBACB8290688}"/>
          </ac:spMkLst>
        </pc:spChg>
        <pc:spChg chg="add del">
          <ac:chgData name="Christine Karani" userId="53ac3a4e-5d8f-427f-9526-9ea1b60f13e4" providerId="ADAL" clId="{3A4C4DAA-7D6A-4484-B795-4396F6907855}" dt="2025-12-07T15:49:53.190" v="6291" actId="26606"/>
          <ac:spMkLst>
            <pc:docMk/>
            <pc:sldMk cId="1300146796" sldId="268"/>
            <ac:spMk id="24" creationId="{35C3D674-3D59-4E93-80CA-0C0A9095E816}"/>
          </ac:spMkLst>
        </pc:spChg>
        <pc:spChg chg="add">
          <ac:chgData name="Christine Karani" userId="53ac3a4e-5d8f-427f-9526-9ea1b60f13e4" providerId="ADAL" clId="{3A4C4DAA-7D6A-4484-B795-4396F6907855}" dt="2025-12-07T15:50:12.412" v="6298" actId="26606"/>
          <ac:spMkLst>
            <pc:docMk/>
            <pc:sldMk cId="1300146796" sldId="268"/>
            <ac:spMk id="25" creationId="{35C3D674-3D59-4E93-80CA-0C0A9095E816}"/>
          </ac:spMkLst>
        </pc:spChg>
        <pc:spChg chg="add del">
          <ac:chgData name="Christine Karani" userId="53ac3a4e-5d8f-427f-9526-9ea1b60f13e4" providerId="ADAL" clId="{3A4C4DAA-7D6A-4484-B795-4396F6907855}" dt="2025-12-07T15:49:53.190" v="6291" actId="26606"/>
          <ac:spMkLst>
            <pc:docMk/>
            <pc:sldMk cId="1300146796" sldId="268"/>
            <ac:spMk id="28" creationId="{EF2A81E1-BCBE-426B-8C09-33274E69409D}"/>
          </ac:spMkLst>
        </pc:spChg>
        <pc:spChg chg="add">
          <ac:chgData name="Christine Karani" userId="53ac3a4e-5d8f-427f-9526-9ea1b60f13e4" providerId="ADAL" clId="{3A4C4DAA-7D6A-4484-B795-4396F6907855}" dt="2025-12-07T15:50:12.412" v="6298" actId="26606"/>
          <ac:spMkLst>
            <pc:docMk/>
            <pc:sldMk cId="1300146796" sldId="268"/>
            <ac:spMk id="29" creationId="{EF2A81E1-BCBE-426B-8C09-33274E69409D}"/>
          </ac:spMkLst>
        </pc:spChg>
        <pc:grpChg chg="add del">
          <ac:chgData name="Christine Karani" userId="53ac3a4e-5d8f-427f-9526-9ea1b60f13e4" providerId="ADAL" clId="{3A4C4DAA-7D6A-4484-B795-4396F6907855}" dt="2025-12-07T15:49:24.056" v="6288" actId="26606"/>
          <ac:grpSpMkLst>
            <pc:docMk/>
            <pc:sldMk cId="1300146796" sldId="268"/>
            <ac:grpSpMk id="11" creationId="{F7C65FA4-631C-444F-89AA-F891363CCF6E}"/>
          </ac:grpSpMkLst>
        </pc:grpChg>
        <pc:grpChg chg="add del">
          <ac:chgData name="Christine Karani" userId="53ac3a4e-5d8f-427f-9526-9ea1b60f13e4" providerId="ADAL" clId="{3A4C4DAA-7D6A-4484-B795-4396F6907855}" dt="2025-12-07T15:50:02.734" v="6293" actId="26606"/>
          <ac:grpSpMkLst>
            <pc:docMk/>
            <pc:sldMk cId="1300146796" sldId="268"/>
            <ac:grpSpMk id="34" creationId="{F7C65FA4-631C-444F-89AA-F891363CCF6E}"/>
          </ac:grpSpMkLst>
        </pc:grpChg>
        <pc:graphicFrameChg chg="add mod">
          <ac:chgData name="Christine Karani" userId="53ac3a4e-5d8f-427f-9526-9ea1b60f13e4" providerId="ADAL" clId="{3A4C4DAA-7D6A-4484-B795-4396F6907855}" dt="2025-12-07T15:50:52.734" v="6324" actId="20577"/>
          <ac:graphicFrameMkLst>
            <pc:docMk/>
            <pc:sldMk cId="1300146796" sldId="268"/>
            <ac:graphicFrameMk id="6" creationId="{70DA041A-475B-0C32-9FB7-AA0DB5A6E6BA}"/>
          </ac:graphicFrameMkLst>
        </pc:graphicFrameChg>
        <pc:picChg chg="add del">
          <ac:chgData name="Christine Karani" userId="53ac3a4e-5d8f-427f-9526-9ea1b60f13e4" providerId="ADAL" clId="{3A4C4DAA-7D6A-4484-B795-4396F6907855}" dt="2025-12-07T15:50:12.412" v="6298" actId="26606"/>
          <ac:picMkLst>
            <pc:docMk/>
            <pc:sldMk cId="1300146796" sldId="268"/>
            <ac:picMk id="17" creationId="{39D1DDD4-5BB3-45BA-B9B3-06B62299AD79}"/>
          </ac:picMkLst>
        </pc:picChg>
        <pc:picChg chg="add del">
          <ac:chgData name="Christine Karani" userId="53ac3a4e-5d8f-427f-9526-9ea1b60f13e4" providerId="ADAL" clId="{3A4C4DAA-7D6A-4484-B795-4396F6907855}" dt="2025-12-07T15:49:53.190" v="6291" actId="26606"/>
          <ac:picMkLst>
            <pc:docMk/>
            <pc:sldMk cId="1300146796" sldId="268"/>
            <ac:picMk id="30" creationId="{39D1DDD4-5BB3-45BA-B9B3-06B62299AD79}"/>
          </ac:picMkLst>
        </pc:picChg>
        <pc:picChg chg="add">
          <ac:chgData name="Christine Karani" userId="53ac3a4e-5d8f-427f-9526-9ea1b60f13e4" providerId="ADAL" clId="{3A4C4DAA-7D6A-4484-B795-4396F6907855}" dt="2025-12-07T15:50:12.412" v="6298" actId="26606"/>
          <ac:picMkLst>
            <pc:docMk/>
            <pc:sldMk cId="1300146796" sldId="268"/>
            <ac:picMk id="31" creationId="{39D1DDD4-5BB3-45BA-B9B3-06B62299AD79}"/>
          </ac:picMkLst>
        </pc:picChg>
        <pc:cxnChg chg="add del">
          <ac:chgData name="Christine Karani" userId="53ac3a4e-5d8f-427f-9526-9ea1b60f13e4" providerId="ADAL" clId="{3A4C4DAA-7D6A-4484-B795-4396F6907855}" dt="2025-12-07T15:50:12.412" v="6298" actId="26606"/>
          <ac:cxnSpMkLst>
            <pc:docMk/>
            <pc:sldMk cId="1300146796" sldId="268"/>
            <ac:cxnSpMk id="18" creationId="{C884B8F8-FDC9-498B-9960-5D7260AFCB03}"/>
          </ac:cxnSpMkLst>
        </pc:cxnChg>
        <pc:cxnChg chg="add del">
          <ac:chgData name="Christine Karani" userId="53ac3a4e-5d8f-427f-9526-9ea1b60f13e4" providerId="ADAL" clId="{3A4C4DAA-7D6A-4484-B795-4396F6907855}" dt="2025-12-07T15:50:12.398" v="6297" actId="26606"/>
          <ac:cxnSpMkLst>
            <pc:docMk/>
            <pc:sldMk cId="1300146796" sldId="268"/>
            <ac:cxnSpMk id="19" creationId="{A24DAE64-2302-42EA-8239-F2F0775CA5AD}"/>
          </ac:cxnSpMkLst>
        </pc:cxnChg>
        <pc:cxnChg chg="add del">
          <ac:chgData name="Christine Karani" userId="53ac3a4e-5d8f-427f-9526-9ea1b60f13e4" providerId="ADAL" clId="{3A4C4DAA-7D6A-4484-B795-4396F6907855}" dt="2025-12-07T15:49:53.190" v="6291" actId="26606"/>
          <ac:cxnSpMkLst>
            <pc:docMk/>
            <pc:sldMk cId="1300146796" sldId="268"/>
            <ac:cxnSpMk id="26" creationId="{C884B8F8-FDC9-498B-9960-5D7260AFCB03}"/>
          </ac:cxnSpMkLst>
        </pc:cxnChg>
        <pc:cxnChg chg="add">
          <ac:chgData name="Christine Karani" userId="53ac3a4e-5d8f-427f-9526-9ea1b60f13e4" providerId="ADAL" clId="{3A4C4DAA-7D6A-4484-B795-4396F6907855}" dt="2025-12-07T15:50:12.412" v="6298" actId="26606"/>
          <ac:cxnSpMkLst>
            <pc:docMk/>
            <pc:sldMk cId="1300146796" sldId="268"/>
            <ac:cxnSpMk id="27" creationId="{C884B8F8-FDC9-498B-9960-5D7260AFCB03}"/>
          </ac:cxnSpMkLst>
        </pc:cxnChg>
        <pc:cxnChg chg="add del">
          <ac:chgData name="Christine Karani" userId="53ac3a4e-5d8f-427f-9526-9ea1b60f13e4" providerId="ADAL" clId="{3A4C4DAA-7D6A-4484-B795-4396F6907855}" dt="2025-12-07T15:49:53.190" v="6291" actId="26606"/>
          <ac:cxnSpMkLst>
            <pc:docMk/>
            <pc:sldMk cId="1300146796" sldId="268"/>
            <ac:cxnSpMk id="32" creationId="{A24DAE64-2302-42EA-8239-F2F0775CA5AD}"/>
          </ac:cxnSpMkLst>
        </pc:cxnChg>
        <pc:cxnChg chg="add">
          <ac:chgData name="Christine Karani" userId="53ac3a4e-5d8f-427f-9526-9ea1b60f13e4" providerId="ADAL" clId="{3A4C4DAA-7D6A-4484-B795-4396F6907855}" dt="2025-12-07T15:50:12.412" v="6298" actId="26606"/>
          <ac:cxnSpMkLst>
            <pc:docMk/>
            <pc:sldMk cId="1300146796" sldId="268"/>
            <ac:cxnSpMk id="33" creationId="{A24DAE64-2302-42EA-8239-F2F0775CA5AD}"/>
          </ac:cxnSpMkLst>
        </pc:cxnChg>
      </pc:sldChg>
      <pc:sldChg chg="addSp delSp modSp new del">
        <pc:chgData name="Christine Karani" userId="53ac3a4e-5d8f-427f-9526-9ea1b60f13e4" providerId="ADAL" clId="{3A4C4DAA-7D6A-4484-B795-4396F6907855}" dt="2025-12-07T12:01:46.920" v="1943" actId="2696"/>
        <pc:sldMkLst>
          <pc:docMk/>
          <pc:sldMk cId="2425552373" sldId="268"/>
        </pc:sldMkLst>
        <pc:spChg chg="add del">
          <ac:chgData name="Christine Karani" userId="53ac3a4e-5d8f-427f-9526-9ea1b60f13e4" providerId="ADAL" clId="{3A4C4DAA-7D6A-4484-B795-4396F6907855}" dt="2025-12-07T11:45:59.582" v="1558"/>
          <ac:spMkLst>
            <pc:docMk/>
            <pc:sldMk cId="2425552373" sldId="268"/>
            <ac:spMk id="3" creationId="{B0B06DDB-D98B-BA4E-80E5-F1E5CD2ED6E7}"/>
          </ac:spMkLst>
        </pc:spChg>
        <pc:picChg chg="add mod">
          <ac:chgData name="Christine Karani" userId="53ac3a4e-5d8f-427f-9526-9ea1b60f13e4" providerId="ADAL" clId="{3A4C4DAA-7D6A-4484-B795-4396F6907855}" dt="2025-12-07T11:45:59.582" v="1558"/>
          <ac:picMkLst>
            <pc:docMk/>
            <pc:sldMk cId="2425552373" sldId="268"/>
            <ac:picMk id="4" creationId="{2101E246-59CD-09A6-4D5D-32157B04401E}"/>
          </ac:picMkLst>
        </pc:picChg>
      </pc:sldChg>
      <pc:sldChg chg="addSp delSp modSp new mod setBg">
        <pc:chgData name="Christine Karani" userId="53ac3a4e-5d8f-427f-9526-9ea1b60f13e4" providerId="ADAL" clId="{3A4C4DAA-7D6A-4484-B795-4396F6907855}" dt="2025-12-07T15:51:32.958" v="6326" actId="26606"/>
        <pc:sldMkLst>
          <pc:docMk/>
          <pc:sldMk cId="3847731708" sldId="269"/>
        </pc:sldMkLst>
        <pc:spChg chg="mod">
          <ac:chgData name="Christine Karani" userId="53ac3a4e-5d8f-427f-9526-9ea1b60f13e4" providerId="ADAL" clId="{3A4C4DAA-7D6A-4484-B795-4396F6907855}" dt="2025-12-07T15:51:32.958" v="6326" actId="26606"/>
          <ac:spMkLst>
            <pc:docMk/>
            <pc:sldMk cId="3847731708" sldId="269"/>
            <ac:spMk id="2" creationId="{57B9B6F0-724D-DEDF-355C-C9F5D71A5568}"/>
          </ac:spMkLst>
        </pc:spChg>
        <pc:spChg chg="mod">
          <ac:chgData name="Christine Karani" userId="53ac3a4e-5d8f-427f-9526-9ea1b60f13e4" providerId="ADAL" clId="{3A4C4DAA-7D6A-4484-B795-4396F6907855}" dt="2025-12-07T15:51:32.958" v="6326" actId="26606"/>
          <ac:spMkLst>
            <pc:docMk/>
            <pc:sldMk cId="3847731708" sldId="269"/>
            <ac:spMk id="3" creationId="{2BFEB0A6-40C4-E6CD-0BA5-2DFCA2415773}"/>
          </ac:spMkLst>
        </pc:spChg>
        <pc:spChg chg="add">
          <ac:chgData name="Christine Karani" userId="53ac3a4e-5d8f-427f-9526-9ea1b60f13e4" providerId="ADAL" clId="{3A4C4DAA-7D6A-4484-B795-4396F6907855}" dt="2025-12-07T15:51:32.958" v="6326" actId="26606"/>
          <ac:spMkLst>
            <pc:docMk/>
            <pc:sldMk cId="3847731708" sldId="269"/>
            <ac:spMk id="12" creationId="{35C3D674-3D59-4E93-80CA-0C0A9095E816}"/>
          </ac:spMkLst>
        </pc:spChg>
        <pc:spChg chg="add">
          <ac:chgData name="Christine Karani" userId="53ac3a4e-5d8f-427f-9526-9ea1b60f13e4" providerId="ADAL" clId="{3A4C4DAA-7D6A-4484-B795-4396F6907855}" dt="2025-12-07T15:51:32.958" v="6326" actId="26606"/>
          <ac:spMkLst>
            <pc:docMk/>
            <pc:sldMk cId="3847731708" sldId="269"/>
            <ac:spMk id="16" creationId="{EF2A81E1-BCBE-426B-8C09-33274E69409D}"/>
          </ac:spMkLst>
        </pc:spChg>
        <pc:graphicFrameChg chg="add del mod">
          <ac:chgData name="Christine Karani" userId="53ac3a4e-5d8f-427f-9526-9ea1b60f13e4" providerId="ADAL" clId="{3A4C4DAA-7D6A-4484-B795-4396F6907855}" dt="2025-12-07T13:13:31.024" v="3807" actId="478"/>
          <ac:graphicFrameMkLst>
            <pc:docMk/>
            <pc:sldMk cId="3847731708" sldId="269"/>
            <ac:graphicFrameMk id="4" creationId="{E7C8F330-E42B-C380-7C39-92F31CF3858D}"/>
          </ac:graphicFrameMkLst>
        </pc:graphicFrameChg>
        <pc:graphicFrameChg chg="add mod">
          <ac:chgData name="Christine Karani" userId="53ac3a4e-5d8f-427f-9526-9ea1b60f13e4" providerId="ADAL" clId="{3A4C4DAA-7D6A-4484-B795-4396F6907855}" dt="2025-12-07T15:51:32.958" v="6326" actId="26606"/>
          <ac:graphicFrameMkLst>
            <pc:docMk/>
            <pc:sldMk cId="3847731708" sldId="269"/>
            <ac:graphicFrameMk id="7" creationId="{C65AAD69-2B85-59D3-CF53-CB26618C23D8}"/>
          </ac:graphicFrameMkLst>
        </pc:graphicFrameChg>
        <pc:picChg chg="add">
          <ac:chgData name="Christine Karani" userId="53ac3a4e-5d8f-427f-9526-9ea1b60f13e4" providerId="ADAL" clId="{3A4C4DAA-7D6A-4484-B795-4396F6907855}" dt="2025-12-07T15:51:32.958" v="6326" actId="26606"/>
          <ac:picMkLst>
            <pc:docMk/>
            <pc:sldMk cId="3847731708" sldId="269"/>
            <ac:picMk id="18" creationId="{39D1DDD4-5BB3-45BA-B9B3-06B62299AD79}"/>
          </ac:picMkLst>
        </pc:picChg>
        <pc:cxnChg chg="add">
          <ac:chgData name="Christine Karani" userId="53ac3a4e-5d8f-427f-9526-9ea1b60f13e4" providerId="ADAL" clId="{3A4C4DAA-7D6A-4484-B795-4396F6907855}" dt="2025-12-07T15:51:32.958" v="6326" actId="26606"/>
          <ac:cxnSpMkLst>
            <pc:docMk/>
            <pc:sldMk cId="3847731708" sldId="269"/>
            <ac:cxnSpMk id="14" creationId="{C884B8F8-FDC9-498B-9960-5D7260AFCB03}"/>
          </ac:cxnSpMkLst>
        </pc:cxnChg>
        <pc:cxnChg chg="add">
          <ac:chgData name="Christine Karani" userId="53ac3a4e-5d8f-427f-9526-9ea1b60f13e4" providerId="ADAL" clId="{3A4C4DAA-7D6A-4484-B795-4396F6907855}" dt="2025-12-07T15:51:32.958" v="6326" actId="26606"/>
          <ac:cxnSpMkLst>
            <pc:docMk/>
            <pc:sldMk cId="3847731708" sldId="269"/>
            <ac:cxnSpMk id="20" creationId="{A24DAE64-2302-42EA-8239-F2F0775CA5AD}"/>
          </ac:cxnSpMkLst>
        </pc:cxnChg>
      </pc:sldChg>
      <pc:sldChg chg="addSp modSp new mod setBg">
        <pc:chgData name="Christine Karani" userId="53ac3a4e-5d8f-427f-9526-9ea1b60f13e4" providerId="ADAL" clId="{3A4C4DAA-7D6A-4484-B795-4396F6907855}" dt="2025-12-07T15:55:09.490" v="6349" actId="26606"/>
        <pc:sldMkLst>
          <pc:docMk/>
          <pc:sldMk cId="1220804487" sldId="270"/>
        </pc:sldMkLst>
        <pc:spChg chg="mod">
          <ac:chgData name="Christine Karani" userId="53ac3a4e-5d8f-427f-9526-9ea1b60f13e4" providerId="ADAL" clId="{3A4C4DAA-7D6A-4484-B795-4396F6907855}" dt="2025-12-07T15:55:09.490" v="6349" actId="26606"/>
          <ac:spMkLst>
            <pc:docMk/>
            <pc:sldMk cId="1220804487" sldId="270"/>
            <ac:spMk id="2" creationId="{FC5042C8-D276-30E1-EBEB-291122B87F9C}"/>
          </ac:spMkLst>
        </pc:spChg>
        <pc:spChg chg="mod">
          <ac:chgData name="Christine Karani" userId="53ac3a4e-5d8f-427f-9526-9ea1b60f13e4" providerId="ADAL" clId="{3A4C4DAA-7D6A-4484-B795-4396F6907855}" dt="2025-12-07T15:55:09.490" v="6349" actId="26606"/>
          <ac:spMkLst>
            <pc:docMk/>
            <pc:sldMk cId="1220804487" sldId="270"/>
            <ac:spMk id="3" creationId="{770E9959-B925-2D7B-29C9-DB26FED19F23}"/>
          </ac:spMkLst>
        </pc:spChg>
        <pc:spChg chg="add">
          <ac:chgData name="Christine Karani" userId="53ac3a4e-5d8f-427f-9526-9ea1b60f13e4" providerId="ADAL" clId="{3A4C4DAA-7D6A-4484-B795-4396F6907855}" dt="2025-12-07T15:55:09.490" v="6349" actId="26606"/>
          <ac:spMkLst>
            <pc:docMk/>
            <pc:sldMk cId="1220804487" sldId="270"/>
            <ac:spMk id="11" creationId="{35C3D674-3D59-4E93-80CA-0C0A9095E816}"/>
          </ac:spMkLst>
        </pc:spChg>
        <pc:spChg chg="add">
          <ac:chgData name="Christine Karani" userId="53ac3a4e-5d8f-427f-9526-9ea1b60f13e4" providerId="ADAL" clId="{3A4C4DAA-7D6A-4484-B795-4396F6907855}" dt="2025-12-07T15:55:09.490" v="6349" actId="26606"/>
          <ac:spMkLst>
            <pc:docMk/>
            <pc:sldMk cId="1220804487" sldId="270"/>
            <ac:spMk id="15" creationId="{EF2A81E1-BCBE-426B-8C09-33274E69409D}"/>
          </ac:spMkLst>
        </pc:spChg>
        <pc:graphicFrameChg chg="add mod">
          <ac:chgData name="Christine Karani" userId="53ac3a4e-5d8f-427f-9526-9ea1b60f13e4" providerId="ADAL" clId="{3A4C4DAA-7D6A-4484-B795-4396F6907855}" dt="2025-12-07T15:55:09.490" v="6349" actId="26606"/>
          <ac:graphicFrameMkLst>
            <pc:docMk/>
            <pc:sldMk cId="1220804487" sldId="270"/>
            <ac:graphicFrameMk id="6" creationId="{95CF92AD-ABB4-2AA3-82D9-C5BDFAD6108B}"/>
          </ac:graphicFrameMkLst>
        </pc:graphicFrameChg>
        <pc:picChg chg="add">
          <ac:chgData name="Christine Karani" userId="53ac3a4e-5d8f-427f-9526-9ea1b60f13e4" providerId="ADAL" clId="{3A4C4DAA-7D6A-4484-B795-4396F6907855}" dt="2025-12-07T15:55:09.490" v="6349" actId="26606"/>
          <ac:picMkLst>
            <pc:docMk/>
            <pc:sldMk cId="1220804487" sldId="270"/>
            <ac:picMk id="17" creationId="{39D1DDD4-5BB3-45BA-B9B3-06B62299AD79}"/>
          </ac:picMkLst>
        </pc:picChg>
        <pc:cxnChg chg="add">
          <ac:chgData name="Christine Karani" userId="53ac3a4e-5d8f-427f-9526-9ea1b60f13e4" providerId="ADAL" clId="{3A4C4DAA-7D6A-4484-B795-4396F6907855}" dt="2025-12-07T15:55:09.490" v="6349" actId="26606"/>
          <ac:cxnSpMkLst>
            <pc:docMk/>
            <pc:sldMk cId="1220804487" sldId="270"/>
            <ac:cxnSpMk id="13" creationId="{C884B8F8-FDC9-498B-9960-5D7260AFCB03}"/>
          </ac:cxnSpMkLst>
        </pc:cxnChg>
        <pc:cxnChg chg="add">
          <ac:chgData name="Christine Karani" userId="53ac3a4e-5d8f-427f-9526-9ea1b60f13e4" providerId="ADAL" clId="{3A4C4DAA-7D6A-4484-B795-4396F6907855}" dt="2025-12-07T15:55:09.490" v="6349" actId="26606"/>
          <ac:cxnSpMkLst>
            <pc:docMk/>
            <pc:sldMk cId="1220804487" sldId="270"/>
            <ac:cxnSpMk id="19" creationId="{A24DAE64-2302-42EA-8239-F2F0775CA5AD}"/>
          </ac:cxnSpMkLst>
        </pc:cxnChg>
      </pc:sldChg>
      <pc:sldChg chg="addSp delSp modSp new mod setBg">
        <pc:chgData name="Christine Karani" userId="53ac3a4e-5d8f-427f-9526-9ea1b60f13e4" providerId="ADAL" clId="{3A4C4DAA-7D6A-4484-B795-4396F6907855}" dt="2025-12-07T15:54:09.111" v="6336" actId="26606"/>
        <pc:sldMkLst>
          <pc:docMk/>
          <pc:sldMk cId="708796238" sldId="271"/>
        </pc:sldMkLst>
        <pc:spChg chg="mod ord">
          <ac:chgData name="Christine Karani" userId="53ac3a4e-5d8f-427f-9526-9ea1b60f13e4" providerId="ADAL" clId="{3A4C4DAA-7D6A-4484-B795-4396F6907855}" dt="2025-12-07T15:54:09.111" v="6336" actId="26606"/>
          <ac:spMkLst>
            <pc:docMk/>
            <pc:sldMk cId="708796238" sldId="271"/>
            <ac:spMk id="2" creationId="{43C97609-BAF1-45A3-F275-07F93DD49066}"/>
          </ac:spMkLst>
        </pc:spChg>
        <pc:spChg chg="add del mod">
          <ac:chgData name="Christine Karani" userId="53ac3a4e-5d8f-427f-9526-9ea1b60f13e4" providerId="ADAL" clId="{3A4C4DAA-7D6A-4484-B795-4396F6907855}" dt="2025-12-07T14:47:27.460" v="4558" actId="478"/>
          <ac:spMkLst>
            <pc:docMk/>
            <pc:sldMk cId="708796238" sldId="271"/>
            <ac:spMk id="3" creationId="{335C7686-77B7-584B-5EAB-F31A6B439257}"/>
          </ac:spMkLst>
        </pc:spChg>
        <pc:spChg chg="add del">
          <ac:chgData name="Christine Karani" userId="53ac3a4e-5d8f-427f-9526-9ea1b60f13e4" providerId="ADAL" clId="{3A4C4DAA-7D6A-4484-B795-4396F6907855}" dt="2025-12-07T14:47:03.710" v="4554" actId="26606"/>
          <ac:spMkLst>
            <pc:docMk/>
            <pc:sldMk cId="708796238" sldId="271"/>
            <ac:spMk id="9" creationId="{37C89E4B-3C9F-44B9-8B86-D9E3D112D8EC}"/>
          </ac:spMkLst>
        </pc:spChg>
        <pc:spChg chg="add del">
          <ac:chgData name="Christine Karani" userId="53ac3a4e-5d8f-427f-9526-9ea1b60f13e4" providerId="ADAL" clId="{3A4C4DAA-7D6A-4484-B795-4396F6907855}" dt="2025-12-07T15:53:58.199" v="6333" actId="26606"/>
          <ac:spMkLst>
            <pc:docMk/>
            <pc:sldMk cId="708796238" sldId="271"/>
            <ac:spMk id="12" creationId="{0CABCAE3-64FC-4149-819F-2C1812824154}"/>
          </ac:spMkLst>
        </pc:spChg>
        <pc:spChg chg="add del">
          <ac:chgData name="Christine Karani" userId="53ac3a4e-5d8f-427f-9526-9ea1b60f13e4" providerId="ADAL" clId="{3A4C4DAA-7D6A-4484-B795-4396F6907855}" dt="2025-12-07T15:53:58.199" v="6333" actId="26606"/>
          <ac:spMkLst>
            <pc:docMk/>
            <pc:sldMk cId="708796238" sldId="271"/>
            <ac:spMk id="20" creationId="{D0712110-0BC1-4B31-B3BB-63B44222E87F}"/>
          </ac:spMkLst>
        </pc:spChg>
        <pc:spChg chg="add del">
          <ac:chgData name="Christine Karani" userId="53ac3a4e-5d8f-427f-9526-9ea1b60f13e4" providerId="ADAL" clId="{3A4C4DAA-7D6A-4484-B795-4396F6907855}" dt="2025-12-07T15:53:58.199" v="6333" actId="26606"/>
          <ac:spMkLst>
            <pc:docMk/>
            <pc:sldMk cId="708796238" sldId="271"/>
            <ac:spMk id="22" creationId="{4466B5F3-C053-4580-B04A-1EF949888280}"/>
          </ac:spMkLst>
        </pc:spChg>
        <pc:spChg chg="add del">
          <ac:chgData name="Christine Karani" userId="53ac3a4e-5d8f-427f-9526-9ea1b60f13e4" providerId="ADAL" clId="{3A4C4DAA-7D6A-4484-B795-4396F6907855}" dt="2025-12-07T15:54:09.096" v="6335" actId="26606"/>
          <ac:spMkLst>
            <pc:docMk/>
            <pc:sldMk cId="708796238" sldId="271"/>
            <ac:spMk id="30" creationId="{84C75E2B-CACA-478C-B26B-182AF87A18E3}"/>
          </ac:spMkLst>
        </pc:spChg>
        <pc:spChg chg="add del">
          <ac:chgData name="Christine Karani" userId="53ac3a4e-5d8f-427f-9526-9ea1b60f13e4" providerId="ADAL" clId="{3A4C4DAA-7D6A-4484-B795-4396F6907855}" dt="2025-12-07T15:54:09.096" v="6335" actId="26606"/>
          <ac:spMkLst>
            <pc:docMk/>
            <pc:sldMk cId="708796238" sldId="271"/>
            <ac:spMk id="34" creationId="{A27F90C0-6841-4262-975F-D9C3AB50CB74}"/>
          </ac:spMkLst>
        </pc:spChg>
        <pc:spChg chg="add del">
          <ac:chgData name="Christine Karani" userId="53ac3a4e-5d8f-427f-9526-9ea1b60f13e4" providerId="ADAL" clId="{3A4C4DAA-7D6A-4484-B795-4396F6907855}" dt="2025-12-07T15:54:09.096" v="6335" actId="26606"/>
          <ac:spMkLst>
            <pc:docMk/>
            <pc:sldMk cId="708796238" sldId="271"/>
            <ac:spMk id="35" creationId="{22AE7EF9-769D-42F9-9430-F2DF739C9794}"/>
          </ac:spMkLst>
        </pc:spChg>
        <pc:spChg chg="add">
          <ac:chgData name="Christine Karani" userId="53ac3a4e-5d8f-427f-9526-9ea1b60f13e4" providerId="ADAL" clId="{3A4C4DAA-7D6A-4484-B795-4396F6907855}" dt="2025-12-07T15:54:09.111" v="6336" actId="26606"/>
          <ac:spMkLst>
            <pc:docMk/>
            <pc:sldMk cId="708796238" sldId="271"/>
            <ac:spMk id="39" creationId="{84C75E2B-CACA-478C-B26B-182AF87A18E3}"/>
          </ac:spMkLst>
        </pc:spChg>
        <pc:graphicFrameChg chg="add mod">
          <ac:chgData name="Christine Karani" userId="53ac3a4e-5d8f-427f-9526-9ea1b60f13e4" providerId="ADAL" clId="{3A4C4DAA-7D6A-4484-B795-4396F6907855}" dt="2025-12-07T15:54:09.111" v="6336" actId="26606"/>
          <ac:graphicFrameMkLst>
            <pc:docMk/>
            <pc:sldMk cId="708796238" sldId="271"/>
            <ac:graphicFrameMk id="7" creationId="{2C3FA111-B16A-EAEC-C5E3-687AE8042783}"/>
          </ac:graphicFrameMkLst>
        </pc:graphicFrameChg>
        <pc:picChg chg="add del mod">
          <ac:chgData name="Christine Karani" userId="53ac3a4e-5d8f-427f-9526-9ea1b60f13e4" providerId="ADAL" clId="{3A4C4DAA-7D6A-4484-B795-4396F6907855}" dt="2025-12-07T15:00:14.001" v="4883" actId="478"/>
          <ac:picMkLst>
            <pc:docMk/>
            <pc:sldMk cId="708796238" sldId="271"/>
            <ac:picMk id="4" creationId="{1E5D8011-EAD8-FB56-214F-E16FB3846A10}"/>
          </ac:picMkLst>
        </pc:picChg>
        <pc:picChg chg="add del">
          <ac:chgData name="Christine Karani" userId="53ac3a4e-5d8f-427f-9526-9ea1b60f13e4" providerId="ADAL" clId="{3A4C4DAA-7D6A-4484-B795-4396F6907855}" dt="2025-12-07T15:53:58.199" v="6333" actId="26606"/>
          <ac:picMkLst>
            <pc:docMk/>
            <pc:sldMk cId="708796238" sldId="271"/>
            <ac:picMk id="14" creationId="{012FDCFE-9AD2-4D8A-8CBF-B3AA37EBF6DD}"/>
          </ac:picMkLst>
        </pc:picChg>
        <pc:picChg chg="add del">
          <ac:chgData name="Christine Karani" userId="53ac3a4e-5d8f-427f-9526-9ea1b60f13e4" providerId="ADAL" clId="{3A4C4DAA-7D6A-4484-B795-4396F6907855}" dt="2025-12-07T15:53:58.199" v="6333" actId="26606"/>
          <ac:picMkLst>
            <pc:docMk/>
            <pc:sldMk cId="708796238" sldId="271"/>
            <ac:picMk id="26" creationId="{25CED634-E2D0-4AB7-96DD-816C9B52C5CF}"/>
          </ac:picMkLst>
        </pc:picChg>
        <pc:picChg chg="add del">
          <ac:chgData name="Christine Karani" userId="53ac3a4e-5d8f-427f-9526-9ea1b60f13e4" providerId="ADAL" clId="{3A4C4DAA-7D6A-4484-B795-4396F6907855}" dt="2025-12-07T15:54:09.096" v="6335" actId="26606"/>
          <ac:picMkLst>
            <pc:docMk/>
            <pc:sldMk cId="708796238" sldId="271"/>
            <ac:picMk id="31" creationId="{50FF2874-547C-4D14-9E18-28B19002FB8C}"/>
          </ac:picMkLst>
        </pc:picChg>
        <pc:picChg chg="add del">
          <ac:chgData name="Christine Karani" userId="53ac3a4e-5d8f-427f-9526-9ea1b60f13e4" providerId="ADAL" clId="{3A4C4DAA-7D6A-4484-B795-4396F6907855}" dt="2025-12-07T15:54:09.096" v="6335" actId="26606"/>
          <ac:picMkLst>
            <pc:docMk/>
            <pc:sldMk cId="708796238" sldId="271"/>
            <ac:picMk id="36" creationId="{511E2EF0-3BCB-402C-B2C1-C6FC2BA74436}"/>
          </ac:picMkLst>
        </pc:picChg>
        <pc:picChg chg="add">
          <ac:chgData name="Christine Karani" userId="53ac3a4e-5d8f-427f-9526-9ea1b60f13e4" providerId="ADAL" clId="{3A4C4DAA-7D6A-4484-B795-4396F6907855}" dt="2025-12-07T15:54:09.111" v="6336" actId="26606"/>
          <ac:picMkLst>
            <pc:docMk/>
            <pc:sldMk cId="708796238" sldId="271"/>
            <ac:picMk id="40" creationId="{50FF2874-547C-4D14-9E18-28B19002FB8C}"/>
          </ac:picMkLst>
        </pc:picChg>
        <pc:cxnChg chg="add del">
          <ac:chgData name="Christine Karani" userId="53ac3a4e-5d8f-427f-9526-9ea1b60f13e4" providerId="ADAL" clId="{3A4C4DAA-7D6A-4484-B795-4396F6907855}" dt="2025-12-07T14:47:03.710" v="4554" actId="26606"/>
          <ac:cxnSpMkLst>
            <pc:docMk/>
            <pc:sldMk cId="708796238" sldId="271"/>
            <ac:cxnSpMk id="11" creationId="{AA2EAA10-076F-46BD-8F0F-B9A2FB77A85C}"/>
          </ac:cxnSpMkLst>
        </pc:cxnChg>
        <pc:cxnChg chg="add del">
          <ac:chgData name="Christine Karani" userId="53ac3a4e-5d8f-427f-9526-9ea1b60f13e4" providerId="ADAL" clId="{3A4C4DAA-7D6A-4484-B795-4396F6907855}" dt="2025-12-07T14:47:03.710" v="4554" actId="26606"/>
          <ac:cxnSpMkLst>
            <pc:docMk/>
            <pc:sldMk cId="708796238" sldId="271"/>
            <ac:cxnSpMk id="13" creationId="{D891E407-403B-4764-86C9-33A56D3BCAA3}"/>
          </ac:cxnSpMkLst>
        </pc:cxnChg>
        <pc:cxnChg chg="add del">
          <ac:chgData name="Christine Karani" userId="53ac3a4e-5d8f-427f-9526-9ea1b60f13e4" providerId="ADAL" clId="{3A4C4DAA-7D6A-4484-B795-4396F6907855}" dt="2025-12-07T15:53:58.199" v="6333" actId="26606"/>
          <ac:cxnSpMkLst>
            <pc:docMk/>
            <pc:sldMk cId="708796238" sldId="271"/>
            <ac:cxnSpMk id="16" creationId="{FBD463FC-4CA8-4FF4-85A3-AF9F4B98D210}"/>
          </ac:cxnSpMkLst>
        </pc:cxnChg>
        <pc:cxnChg chg="add del">
          <ac:chgData name="Christine Karani" userId="53ac3a4e-5d8f-427f-9526-9ea1b60f13e4" providerId="ADAL" clId="{3A4C4DAA-7D6A-4484-B795-4396F6907855}" dt="2025-12-07T15:53:58.199" v="6333" actId="26606"/>
          <ac:cxnSpMkLst>
            <pc:docMk/>
            <pc:sldMk cId="708796238" sldId="271"/>
            <ac:cxnSpMk id="18" creationId="{BECF35C3-8B44-4F4B-BD25-4C01823DB22A}"/>
          </ac:cxnSpMkLst>
        </pc:cxnChg>
        <pc:cxnChg chg="add del">
          <ac:chgData name="Christine Karani" userId="53ac3a4e-5d8f-427f-9526-9ea1b60f13e4" providerId="ADAL" clId="{3A4C4DAA-7D6A-4484-B795-4396F6907855}" dt="2025-12-07T15:53:58.199" v="6333" actId="26606"/>
          <ac:cxnSpMkLst>
            <pc:docMk/>
            <pc:sldMk cId="708796238" sldId="271"/>
            <ac:cxnSpMk id="24" creationId="{FA6123F2-4B61-414F-A7E5-5B7828EACAE2}"/>
          </ac:cxnSpMkLst>
        </pc:cxnChg>
        <pc:cxnChg chg="add del">
          <ac:chgData name="Christine Karani" userId="53ac3a4e-5d8f-427f-9526-9ea1b60f13e4" providerId="ADAL" clId="{3A4C4DAA-7D6A-4484-B795-4396F6907855}" dt="2025-12-07T15:54:09.096" v="6335" actId="26606"/>
          <ac:cxnSpMkLst>
            <pc:docMk/>
            <pc:sldMk cId="708796238" sldId="271"/>
            <ac:cxnSpMk id="32" creationId="{36CF827D-A163-47F7-BD87-34EB4FA7D696}"/>
          </ac:cxnSpMkLst>
        </pc:cxnChg>
        <pc:cxnChg chg="add del">
          <ac:chgData name="Christine Karani" userId="53ac3a4e-5d8f-427f-9526-9ea1b60f13e4" providerId="ADAL" clId="{3A4C4DAA-7D6A-4484-B795-4396F6907855}" dt="2025-12-07T15:54:09.096" v="6335" actId="26606"/>
          <ac:cxnSpMkLst>
            <pc:docMk/>
            <pc:sldMk cId="708796238" sldId="271"/>
            <ac:cxnSpMk id="33" creationId="{D299D9A9-1DA8-433D-A9BC-FB48D93D4217}"/>
          </ac:cxnSpMkLst>
        </pc:cxnChg>
        <pc:cxnChg chg="add del">
          <ac:chgData name="Christine Karani" userId="53ac3a4e-5d8f-427f-9526-9ea1b60f13e4" providerId="ADAL" clId="{3A4C4DAA-7D6A-4484-B795-4396F6907855}" dt="2025-12-07T15:54:09.096" v="6335" actId="26606"/>
          <ac:cxnSpMkLst>
            <pc:docMk/>
            <pc:sldMk cId="708796238" sldId="271"/>
            <ac:cxnSpMk id="37" creationId="{BF68608F-34C2-43D6-84DB-5A870495E70C}"/>
          </ac:cxnSpMkLst>
        </pc:cxnChg>
        <pc:cxnChg chg="add">
          <ac:chgData name="Christine Karani" userId="53ac3a4e-5d8f-427f-9526-9ea1b60f13e4" providerId="ADAL" clId="{3A4C4DAA-7D6A-4484-B795-4396F6907855}" dt="2025-12-07T15:54:09.111" v="6336" actId="26606"/>
          <ac:cxnSpMkLst>
            <pc:docMk/>
            <pc:sldMk cId="708796238" sldId="271"/>
            <ac:cxnSpMk id="41" creationId="{36CF827D-A163-47F7-BD87-34EB4FA7D696}"/>
          </ac:cxnSpMkLst>
        </pc:cxnChg>
        <pc:cxnChg chg="add">
          <ac:chgData name="Christine Karani" userId="53ac3a4e-5d8f-427f-9526-9ea1b60f13e4" providerId="ADAL" clId="{3A4C4DAA-7D6A-4484-B795-4396F6907855}" dt="2025-12-07T15:54:09.111" v="6336" actId="26606"/>
          <ac:cxnSpMkLst>
            <pc:docMk/>
            <pc:sldMk cId="708796238" sldId="271"/>
            <ac:cxnSpMk id="42" creationId="{D299D9A9-1DA8-433D-A9BC-FB48D93D4217}"/>
          </ac:cxnSpMkLst>
        </pc:cxnChg>
      </pc:sldChg>
      <pc:sldChg chg="addSp modSp new mod ord setBg">
        <pc:chgData name="Christine Karani" userId="53ac3a4e-5d8f-427f-9526-9ea1b60f13e4" providerId="ADAL" clId="{3A4C4DAA-7D6A-4484-B795-4396F6907855}" dt="2025-12-07T15:53:28.790" v="6331" actId="14100"/>
        <pc:sldMkLst>
          <pc:docMk/>
          <pc:sldMk cId="210030668" sldId="272"/>
        </pc:sldMkLst>
        <pc:spChg chg="mod">
          <ac:chgData name="Christine Karani" userId="53ac3a4e-5d8f-427f-9526-9ea1b60f13e4" providerId="ADAL" clId="{3A4C4DAA-7D6A-4484-B795-4396F6907855}" dt="2025-12-07T15:53:21.391" v="6329" actId="26606"/>
          <ac:spMkLst>
            <pc:docMk/>
            <pc:sldMk cId="210030668" sldId="272"/>
            <ac:spMk id="2" creationId="{718BD53C-CD99-9EFD-F522-E2C8029C0008}"/>
          </ac:spMkLst>
        </pc:spChg>
        <pc:spChg chg="mod">
          <ac:chgData name="Christine Karani" userId="53ac3a4e-5d8f-427f-9526-9ea1b60f13e4" providerId="ADAL" clId="{3A4C4DAA-7D6A-4484-B795-4396F6907855}" dt="2025-12-07T15:53:21.391" v="6329" actId="26606"/>
          <ac:spMkLst>
            <pc:docMk/>
            <pc:sldMk cId="210030668" sldId="272"/>
            <ac:spMk id="3" creationId="{813E561B-9209-5FCF-2C72-55A98A4D3CFA}"/>
          </ac:spMkLst>
        </pc:spChg>
        <pc:spChg chg="add">
          <ac:chgData name="Christine Karani" userId="53ac3a4e-5d8f-427f-9526-9ea1b60f13e4" providerId="ADAL" clId="{3A4C4DAA-7D6A-4484-B795-4396F6907855}" dt="2025-12-07T15:53:21.391" v="6329" actId="26606"/>
          <ac:spMkLst>
            <pc:docMk/>
            <pc:sldMk cId="210030668" sldId="272"/>
            <ac:spMk id="9" creationId="{35C3D674-3D59-4E93-80CA-0C0A9095E816}"/>
          </ac:spMkLst>
        </pc:spChg>
        <pc:spChg chg="add">
          <ac:chgData name="Christine Karani" userId="53ac3a4e-5d8f-427f-9526-9ea1b60f13e4" providerId="ADAL" clId="{3A4C4DAA-7D6A-4484-B795-4396F6907855}" dt="2025-12-07T15:53:21.391" v="6329" actId="26606"/>
          <ac:spMkLst>
            <pc:docMk/>
            <pc:sldMk cId="210030668" sldId="272"/>
            <ac:spMk id="13" creationId="{EF2A81E1-BCBE-426B-8C09-33274E69409D}"/>
          </ac:spMkLst>
        </pc:spChg>
        <pc:picChg chg="add mod">
          <ac:chgData name="Christine Karani" userId="53ac3a4e-5d8f-427f-9526-9ea1b60f13e4" providerId="ADAL" clId="{3A4C4DAA-7D6A-4484-B795-4396F6907855}" dt="2025-12-07T15:53:28.790" v="6331" actId="14100"/>
          <ac:picMkLst>
            <pc:docMk/>
            <pc:sldMk cId="210030668" sldId="272"/>
            <ac:picMk id="4" creationId="{AB3F825B-6AA3-12D5-C97D-5FC1B0F32163}"/>
          </ac:picMkLst>
        </pc:picChg>
        <pc:picChg chg="add">
          <ac:chgData name="Christine Karani" userId="53ac3a4e-5d8f-427f-9526-9ea1b60f13e4" providerId="ADAL" clId="{3A4C4DAA-7D6A-4484-B795-4396F6907855}" dt="2025-12-07T15:53:21.391" v="6329" actId="26606"/>
          <ac:picMkLst>
            <pc:docMk/>
            <pc:sldMk cId="210030668" sldId="272"/>
            <ac:picMk id="15" creationId="{39D1DDD4-5BB3-45BA-B9B3-06B62299AD79}"/>
          </ac:picMkLst>
        </pc:picChg>
        <pc:cxnChg chg="add">
          <ac:chgData name="Christine Karani" userId="53ac3a4e-5d8f-427f-9526-9ea1b60f13e4" providerId="ADAL" clId="{3A4C4DAA-7D6A-4484-B795-4396F6907855}" dt="2025-12-07T15:53:21.391" v="6329" actId="26606"/>
          <ac:cxnSpMkLst>
            <pc:docMk/>
            <pc:sldMk cId="210030668" sldId="272"/>
            <ac:cxnSpMk id="11" creationId="{C884B8F8-FDC9-498B-9960-5D7260AFCB03}"/>
          </ac:cxnSpMkLst>
        </pc:cxnChg>
        <pc:cxnChg chg="add">
          <ac:chgData name="Christine Karani" userId="53ac3a4e-5d8f-427f-9526-9ea1b60f13e4" providerId="ADAL" clId="{3A4C4DAA-7D6A-4484-B795-4396F6907855}" dt="2025-12-07T15:53:21.391" v="6329" actId="26606"/>
          <ac:cxnSpMkLst>
            <pc:docMk/>
            <pc:sldMk cId="210030668" sldId="272"/>
            <ac:cxnSpMk id="17" creationId="{A24DAE64-2302-42EA-8239-F2F0775CA5AD}"/>
          </ac:cxnSpMkLst>
        </pc:cxnChg>
      </pc:sldChg>
      <pc:sldChg chg="addSp delSp modSp new mod setBg addAnim delDesignElem">
        <pc:chgData name="Christine Karani" userId="53ac3a4e-5d8f-427f-9526-9ea1b60f13e4" providerId="ADAL" clId="{3A4C4DAA-7D6A-4484-B795-4396F6907855}" dt="2025-12-07T15:56:21.543" v="6351" actId="26606"/>
        <pc:sldMkLst>
          <pc:docMk/>
          <pc:sldMk cId="4176606790" sldId="273"/>
        </pc:sldMkLst>
        <pc:spChg chg="mod">
          <ac:chgData name="Christine Karani" userId="53ac3a4e-5d8f-427f-9526-9ea1b60f13e4" providerId="ADAL" clId="{3A4C4DAA-7D6A-4484-B795-4396F6907855}" dt="2025-12-07T15:56:21.543" v="6351" actId="26606"/>
          <ac:spMkLst>
            <pc:docMk/>
            <pc:sldMk cId="4176606790" sldId="273"/>
            <ac:spMk id="2" creationId="{0F9A09FF-00AD-152C-73F1-F2A748273116}"/>
          </ac:spMkLst>
        </pc:spChg>
        <pc:spChg chg="mod">
          <ac:chgData name="Christine Karani" userId="53ac3a4e-5d8f-427f-9526-9ea1b60f13e4" providerId="ADAL" clId="{3A4C4DAA-7D6A-4484-B795-4396F6907855}" dt="2025-12-07T15:56:21.543" v="6351" actId="26606"/>
          <ac:spMkLst>
            <pc:docMk/>
            <pc:sldMk cId="4176606790" sldId="273"/>
            <ac:spMk id="3" creationId="{FBFFF366-9EC0-57B7-4CD9-78890A8EE865}"/>
          </ac:spMkLst>
        </pc:spChg>
        <pc:spChg chg="add">
          <ac:chgData name="Christine Karani" userId="53ac3a4e-5d8f-427f-9526-9ea1b60f13e4" providerId="ADAL" clId="{3A4C4DAA-7D6A-4484-B795-4396F6907855}" dt="2025-12-07T15:56:21.543" v="6351" actId="26606"/>
          <ac:spMkLst>
            <pc:docMk/>
            <pc:sldMk cId="4176606790" sldId="273"/>
            <ac:spMk id="9" creationId="{0CABCAE3-64FC-4149-819F-2C1812824154}"/>
          </ac:spMkLst>
        </pc:spChg>
        <pc:spChg chg="add del">
          <ac:chgData name="Christine Karani" userId="53ac3a4e-5d8f-427f-9526-9ea1b60f13e4" providerId="ADAL" clId="{3A4C4DAA-7D6A-4484-B795-4396F6907855}" dt="2025-12-07T15:45:59.826" v="6254"/>
          <ac:spMkLst>
            <pc:docMk/>
            <pc:sldMk cId="4176606790" sldId="273"/>
            <ac:spMk id="10" creationId="{A3363022-C969-41E9-8EB2-E4C94908C1FA}"/>
          </ac:spMkLst>
        </pc:spChg>
        <pc:spChg chg="add del">
          <ac:chgData name="Christine Karani" userId="53ac3a4e-5d8f-427f-9526-9ea1b60f13e4" providerId="ADAL" clId="{3A4C4DAA-7D6A-4484-B795-4396F6907855}" dt="2025-12-07T15:45:59.826" v="6254"/>
          <ac:spMkLst>
            <pc:docMk/>
            <pc:sldMk cId="4176606790" sldId="273"/>
            <ac:spMk id="12" creationId="{8D1AD6B3-BE88-4CEB-BA17-790657CC4729}"/>
          </ac:spMkLst>
        </pc:spChg>
        <pc:spChg chg="add">
          <ac:chgData name="Christine Karani" userId="53ac3a4e-5d8f-427f-9526-9ea1b60f13e4" providerId="ADAL" clId="{3A4C4DAA-7D6A-4484-B795-4396F6907855}" dt="2025-12-07T15:56:21.543" v="6351" actId="26606"/>
          <ac:spMkLst>
            <pc:docMk/>
            <pc:sldMk cId="4176606790" sldId="273"/>
            <ac:spMk id="20" creationId="{D0712110-0BC1-4B31-B3BB-63B44222E87F}"/>
          </ac:spMkLst>
        </pc:spChg>
        <pc:spChg chg="add">
          <ac:chgData name="Christine Karani" userId="53ac3a4e-5d8f-427f-9526-9ea1b60f13e4" providerId="ADAL" clId="{3A4C4DAA-7D6A-4484-B795-4396F6907855}" dt="2025-12-07T15:56:21.543" v="6351" actId="26606"/>
          <ac:spMkLst>
            <pc:docMk/>
            <pc:sldMk cId="4176606790" sldId="273"/>
            <ac:spMk id="22" creationId="{4466B5F3-C053-4580-B04A-1EF949888280}"/>
          </ac:spMkLst>
        </pc:spChg>
        <pc:grpChg chg="add del">
          <ac:chgData name="Christine Karani" userId="53ac3a4e-5d8f-427f-9526-9ea1b60f13e4" providerId="ADAL" clId="{3A4C4DAA-7D6A-4484-B795-4396F6907855}" dt="2025-12-07T15:45:59.826" v="6254"/>
          <ac:grpSpMkLst>
            <pc:docMk/>
            <pc:sldMk cId="4176606790" sldId="273"/>
            <ac:grpSpMk id="14" creationId="{89D1390B-7E13-4B4F-9CB2-391063412E54}"/>
          </ac:grpSpMkLst>
        </pc:grpChg>
        <pc:picChg chg="add mod">
          <ac:chgData name="Christine Karani" userId="53ac3a4e-5d8f-427f-9526-9ea1b60f13e4" providerId="ADAL" clId="{3A4C4DAA-7D6A-4484-B795-4396F6907855}" dt="2025-12-07T15:56:21.543" v="6351" actId="26606"/>
          <ac:picMkLst>
            <pc:docMk/>
            <pc:sldMk cId="4176606790" sldId="273"/>
            <ac:picMk id="7" creationId="{1DD65671-28D0-DC36-6054-510A1D8D9DDF}"/>
          </ac:picMkLst>
        </pc:picChg>
        <pc:picChg chg="add">
          <ac:chgData name="Christine Karani" userId="53ac3a4e-5d8f-427f-9526-9ea1b60f13e4" providerId="ADAL" clId="{3A4C4DAA-7D6A-4484-B795-4396F6907855}" dt="2025-12-07T15:56:21.543" v="6351" actId="26606"/>
          <ac:picMkLst>
            <pc:docMk/>
            <pc:sldMk cId="4176606790" sldId="273"/>
            <ac:picMk id="11" creationId="{012FDCFE-9AD2-4D8A-8CBF-B3AA37EBF6DD}"/>
          </ac:picMkLst>
        </pc:picChg>
        <pc:picChg chg="add">
          <ac:chgData name="Christine Karani" userId="53ac3a4e-5d8f-427f-9526-9ea1b60f13e4" providerId="ADAL" clId="{3A4C4DAA-7D6A-4484-B795-4396F6907855}" dt="2025-12-07T15:56:21.543" v="6351" actId="26606"/>
          <ac:picMkLst>
            <pc:docMk/>
            <pc:sldMk cId="4176606790" sldId="273"/>
            <ac:picMk id="26" creationId="{25CED634-E2D0-4AB7-96DD-816C9B52C5CF}"/>
          </ac:picMkLst>
        </pc:picChg>
        <pc:cxnChg chg="add">
          <ac:chgData name="Christine Karani" userId="53ac3a4e-5d8f-427f-9526-9ea1b60f13e4" providerId="ADAL" clId="{3A4C4DAA-7D6A-4484-B795-4396F6907855}" dt="2025-12-07T15:56:21.543" v="6351" actId="26606"/>
          <ac:cxnSpMkLst>
            <pc:docMk/>
            <pc:sldMk cId="4176606790" sldId="273"/>
            <ac:cxnSpMk id="18" creationId="{BECF35C3-8B44-4F4B-BD25-4C01823DB22A}"/>
          </ac:cxnSpMkLst>
        </pc:cxnChg>
        <pc:cxnChg chg="add">
          <ac:chgData name="Christine Karani" userId="53ac3a4e-5d8f-427f-9526-9ea1b60f13e4" providerId="ADAL" clId="{3A4C4DAA-7D6A-4484-B795-4396F6907855}" dt="2025-12-07T15:56:21.543" v="6351" actId="26606"/>
          <ac:cxnSpMkLst>
            <pc:docMk/>
            <pc:sldMk cId="4176606790" sldId="273"/>
            <ac:cxnSpMk id="24" creationId="{FA6123F2-4B61-414F-A7E5-5B7828EACAE2}"/>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Monthly sales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KE"/>
        </a:p>
      </c:txPr>
    </c:title>
    <c:autoTitleDeleted val="0"/>
    <c:plotArea>
      <c:layout/>
      <c:barChart>
        <c:barDir val="col"/>
        <c:grouping val="clustered"/>
        <c:varyColors val="0"/>
        <c:ser>
          <c:idx val="0"/>
          <c:order val="0"/>
          <c:tx>
            <c:strRef>
              <c:f>Sheet1!$B$1</c:f>
              <c:strCache>
                <c:ptCount val="1"/>
                <c:pt idx="0">
                  <c:v>monthly_sales_percent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Sheet1!$B$2:$B$13</c:f>
              <c:numCache>
                <c:formatCode>0</c:formatCode>
                <c:ptCount val="12"/>
                <c:pt idx="0">
                  <c:v>6.075278344</c:v>
                </c:pt>
                <c:pt idx="1">
                  <c:v>9.4788019160000001</c:v>
                </c:pt>
                <c:pt idx="2">
                  <c:v>2.728309619</c:v>
                </c:pt>
                <c:pt idx="3">
                  <c:v>8.2325237789999992</c:v>
                </c:pt>
                <c:pt idx="4">
                  <c:v>13.011233600000001</c:v>
                </c:pt>
                <c:pt idx="5">
                  <c:v>8.7477818569999997</c:v>
                </c:pt>
                <c:pt idx="6">
                  <c:v>8.7440631139999994</c:v>
                </c:pt>
                <c:pt idx="7">
                  <c:v>9.6003723730000008</c:v>
                </c:pt>
                <c:pt idx="8">
                  <c:v>8.5740242040000005</c:v>
                </c:pt>
                <c:pt idx="9">
                  <c:v>9.4896836069999999</c:v>
                </c:pt>
                <c:pt idx="10">
                  <c:v>7.9206734670000003</c:v>
                </c:pt>
                <c:pt idx="11">
                  <c:v>7.3972541200000004</c:v>
                </c:pt>
              </c:numCache>
            </c:numRef>
          </c:val>
          <c:extLst>
            <c:ext xmlns:c16="http://schemas.microsoft.com/office/drawing/2014/chart" uri="{C3380CC4-5D6E-409C-BE32-E72D297353CC}">
              <c16:uniqueId val="{00000000-1281-4399-9DD3-F9CB47A8CBF9}"/>
            </c:ext>
          </c:extLst>
        </c:ser>
        <c:dLbls>
          <c:showLegendKey val="0"/>
          <c:showVal val="0"/>
          <c:showCatName val="0"/>
          <c:showSerName val="0"/>
          <c:showPercent val="0"/>
          <c:showBubbleSize val="0"/>
        </c:dLbls>
        <c:gapWidth val="219"/>
        <c:overlap val="-27"/>
        <c:axId val="611673023"/>
        <c:axId val="611676383"/>
      </c:barChart>
      <c:catAx>
        <c:axId val="611673023"/>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dirty="0"/>
                  <a:t>Month</a:t>
                </a:r>
                <a:endParaRPr lang="en-KE"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K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611676383"/>
        <c:crosses val="autoZero"/>
        <c:auto val="1"/>
        <c:lblAlgn val="ctr"/>
        <c:lblOffset val="100"/>
        <c:noMultiLvlLbl val="0"/>
      </c:catAx>
      <c:valAx>
        <c:axId val="611676383"/>
        <c:scaling>
          <c:orientation val="minMax"/>
          <c:max val="5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dirty="0"/>
                  <a:t>Monthly Sales</a:t>
                </a:r>
                <a:r>
                  <a:rPr lang="en-GB" baseline="0" dirty="0"/>
                  <a:t> In Percent</a:t>
                </a:r>
                <a:endParaRPr lang="en-KE"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KE"/>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611673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K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Sales by Customer</a:t>
            </a:r>
            <a:r>
              <a:rPr lang="en-US" baseline="0" dirty="0"/>
              <a:t> City</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KE"/>
        </a:p>
      </c:txPr>
    </c:title>
    <c:autoTitleDeleted val="0"/>
    <c:plotArea>
      <c:layout/>
      <c:barChart>
        <c:barDir val="col"/>
        <c:grouping val="clustered"/>
        <c:varyColors val="0"/>
        <c:ser>
          <c:idx val="0"/>
          <c:order val="0"/>
          <c:tx>
            <c:strRef>
              <c:f>Sheet1!$B$1</c:f>
              <c:strCache>
                <c:ptCount val="1"/>
                <c:pt idx="0">
                  <c:v>sales_perc</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Nairobi</c:v>
                </c:pt>
                <c:pt idx="1">
                  <c:v>Nakuru</c:v>
                </c:pt>
                <c:pt idx="2">
                  <c:v>Mombasa</c:v>
                </c:pt>
                <c:pt idx="3">
                  <c:v>Kisumu</c:v>
                </c:pt>
              </c:strCache>
            </c:strRef>
          </c:cat>
          <c:val>
            <c:numRef>
              <c:f>Sheet1!$B$2:$B$5</c:f>
              <c:numCache>
                <c:formatCode>0.00</c:formatCode>
                <c:ptCount val="4"/>
                <c:pt idx="0">
                  <c:v>30.23720090946982</c:v>
                </c:pt>
                <c:pt idx="1">
                  <c:v>24.465811272533958</c:v>
                </c:pt>
                <c:pt idx="2">
                  <c:v>24.186556119329229</c:v>
                </c:pt>
                <c:pt idx="3">
                  <c:v>21.110431698666989</c:v>
                </c:pt>
              </c:numCache>
            </c:numRef>
          </c:val>
          <c:extLst>
            <c:ext xmlns:c16="http://schemas.microsoft.com/office/drawing/2014/chart" uri="{C3380CC4-5D6E-409C-BE32-E72D297353CC}">
              <c16:uniqueId val="{00000000-F049-4399-BD42-E05062DCE731}"/>
            </c:ext>
          </c:extLst>
        </c:ser>
        <c:dLbls>
          <c:showLegendKey val="0"/>
          <c:showVal val="0"/>
          <c:showCatName val="0"/>
          <c:showSerName val="0"/>
          <c:showPercent val="0"/>
          <c:showBubbleSize val="0"/>
        </c:dLbls>
        <c:gapWidth val="219"/>
        <c:overlap val="-27"/>
        <c:axId val="960271263"/>
        <c:axId val="960269823"/>
      </c:barChart>
      <c:catAx>
        <c:axId val="960271263"/>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a:t>Customer City</a:t>
                </a:r>
                <a:endParaRPr lang="en-KE"/>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K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960269823"/>
        <c:crosses val="autoZero"/>
        <c:auto val="1"/>
        <c:lblAlgn val="ctr"/>
        <c:lblOffset val="100"/>
        <c:noMultiLvlLbl val="0"/>
      </c:catAx>
      <c:valAx>
        <c:axId val="960269823"/>
        <c:scaling>
          <c:orientation val="minMax"/>
          <c:max val="5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a:t>Sales in Percent</a:t>
                </a:r>
                <a:endParaRPr lang="en-KE"/>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KE"/>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960271263"/>
        <c:crosses val="autoZero"/>
        <c:crossBetween val="between"/>
        <c:majorUnit val="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K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Share of Sales by Product</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KE"/>
        </a:p>
      </c:txPr>
    </c:title>
    <c:autoTitleDeleted val="0"/>
    <c:plotArea>
      <c:layout>
        <c:manualLayout>
          <c:layoutTarget val="inner"/>
          <c:xMode val="edge"/>
          <c:yMode val="edge"/>
          <c:x val="0.14790596549333535"/>
          <c:y val="0.18662040686115183"/>
          <c:w val="0.82669394676090702"/>
          <c:h val="0.52254815133189936"/>
        </c:manualLayout>
      </c:layout>
      <c:barChart>
        <c:barDir val="col"/>
        <c:grouping val="clustered"/>
        <c:varyColors val="0"/>
        <c:ser>
          <c:idx val="0"/>
          <c:order val="0"/>
          <c:tx>
            <c:strRef>
              <c:f>Sheet1!$B$1</c:f>
              <c:strCache>
                <c:ptCount val="1"/>
                <c:pt idx="0">
                  <c:v>sales_share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Evening Gown</c:v>
                </c:pt>
                <c:pt idx="1">
                  <c:v>Denim Jacket</c:v>
                </c:pt>
                <c:pt idx="2">
                  <c:v>Casual Summer Dress</c:v>
                </c:pt>
                <c:pt idx="3">
                  <c:v>Mom Jeans</c:v>
                </c:pt>
                <c:pt idx="4">
                  <c:v>Hoodie</c:v>
                </c:pt>
                <c:pt idx="5">
                  <c:v>Slim Fit Jeans</c:v>
                </c:pt>
                <c:pt idx="6">
                  <c:v>Leather Belt</c:v>
                </c:pt>
                <c:pt idx="7">
                  <c:v>Graphic Tee</c:v>
                </c:pt>
                <c:pt idx="8">
                  <c:v>Scarf</c:v>
                </c:pt>
                <c:pt idx="9">
                  <c:v>Basic Cotton Tee</c:v>
                </c:pt>
              </c:strCache>
            </c:strRef>
          </c:cat>
          <c:val>
            <c:numRef>
              <c:f>Sheet1!$B$2:$B$11</c:f>
              <c:numCache>
                <c:formatCode>0.0</c:formatCode>
                <c:ptCount val="10"/>
                <c:pt idx="0">
                  <c:v>30.653176031327291</c:v>
                </c:pt>
                <c:pt idx="1">
                  <c:v>17.543807543807539</c:v>
                </c:pt>
                <c:pt idx="2">
                  <c:v>12.376202040067589</c:v>
                </c:pt>
                <c:pt idx="3">
                  <c:v>8.5156723812186002</c:v>
                </c:pt>
                <c:pt idx="4">
                  <c:v>8.3411160722085107</c:v>
                </c:pt>
                <c:pt idx="5">
                  <c:v>7.0510615888767152</c:v>
                </c:pt>
                <c:pt idx="6">
                  <c:v>4.5215924207520848</c:v>
                </c:pt>
                <c:pt idx="7">
                  <c:v>3.8442570375343492</c:v>
                </c:pt>
                <c:pt idx="8">
                  <c:v>3.7480189581029921</c:v>
                </c:pt>
                <c:pt idx="9">
                  <c:v>3.4050959261043299</c:v>
                </c:pt>
              </c:numCache>
            </c:numRef>
          </c:val>
          <c:extLst>
            <c:ext xmlns:c16="http://schemas.microsoft.com/office/drawing/2014/chart" uri="{C3380CC4-5D6E-409C-BE32-E72D297353CC}">
              <c16:uniqueId val="{00000000-651F-428E-8E06-859A88941B95}"/>
            </c:ext>
          </c:extLst>
        </c:ser>
        <c:dLbls>
          <c:showLegendKey val="0"/>
          <c:showVal val="0"/>
          <c:showCatName val="0"/>
          <c:showSerName val="0"/>
          <c:showPercent val="0"/>
          <c:showBubbleSize val="0"/>
        </c:dLbls>
        <c:gapWidth val="219"/>
        <c:overlap val="-27"/>
        <c:axId val="1100609647"/>
        <c:axId val="1100608687"/>
      </c:barChart>
      <c:catAx>
        <c:axId val="11006096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1100608687"/>
        <c:crosses val="autoZero"/>
        <c:auto val="1"/>
        <c:lblAlgn val="ctr"/>
        <c:lblOffset val="100"/>
        <c:noMultiLvlLbl val="0"/>
      </c:catAx>
      <c:valAx>
        <c:axId val="110060868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a:t>Sales Share</a:t>
                </a:r>
                <a:endParaRPr lang="en-KE"/>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KE"/>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11006096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K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Share</a:t>
            </a:r>
            <a:r>
              <a:rPr lang="en-US" baseline="0"/>
              <a:t> of Margin by Product Category</a:t>
            </a:r>
            <a:endParaRPr lang="en-US"/>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margin_share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Evening Gown_Dress</c:v>
                </c:pt>
                <c:pt idx="1">
                  <c:v>Denim Jacket_Jacket</c:v>
                </c:pt>
                <c:pt idx="2">
                  <c:v>Casual Summer Dress_Dress</c:v>
                </c:pt>
                <c:pt idx="3">
                  <c:v>Mom Jeans_Jeans</c:v>
                </c:pt>
                <c:pt idx="4">
                  <c:v>Hoodie_Jacket</c:v>
                </c:pt>
                <c:pt idx="5">
                  <c:v>Slim Fit Jeans_Jeans</c:v>
                </c:pt>
                <c:pt idx="6">
                  <c:v>Leather Belt_Accessories</c:v>
                </c:pt>
                <c:pt idx="7">
                  <c:v>Graphic Tee_T-Shirt</c:v>
                </c:pt>
                <c:pt idx="8">
                  <c:v>Scarf_Accessories</c:v>
                </c:pt>
                <c:pt idx="9">
                  <c:v>Basic Cotton Tee_T-Shirt</c:v>
                </c:pt>
              </c:strCache>
            </c:strRef>
          </c:cat>
          <c:val>
            <c:numRef>
              <c:f>Sheet1!$B$2:$B$11</c:f>
              <c:numCache>
                <c:formatCode>0.0</c:formatCode>
                <c:ptCount val="10"/>
                <c:pt idx="0">
                  <c:v>30.721699251749939</c:v>
                </c:pt>
                <c:pt idx="1">
                  <c:v>17.556118754525709</c:v>
                </c:pt>
                <c:pt idx="2">
                  <c:v>12.20009654839488</c:v>
                </c:pt>
                <c:pt idx="3">
                  <c:v>8.6302196475983592</c:v>
                </c:pt>
                <c:pt idx="4">
                  <c:v>8.2573014723630234</c:v>
                </c:pt>
                <c:pt idx="5">
                  <c:v>6.8042481293748489</c:v>
                </c:pt>
                <c:pt idx="6">
                  <c:v>4.6644943277818003</c:v>
                </c:pt>
                <c:pt idx="7">
                  <c:v>3.9488293507120442</c:v>
                </c:pt>
                <c:pt idx="8">
                  <c:v>3.839005551532706</c:v>
                </c:pt>
                <c:pt idx="9">
                  <c:v>3.377986965966691</c:v>
                </c:pt>
              </c:numCache>
            </c:numRef>
          </c:val>
          <c:extLst>
            <c:ext xmlns:c16="http://schemas.microsoft.com/office/drawing/2014/chart" uri="{C3380CC4-5D6E-409C-BE32-E72D297353CC}">
              <c16:uniqueId val="{00000000-BFE5-42CF-B003-BBA12CB878EB}"/>
            </c:ext>
          </c:extLst>
        </c:ser>
        <c:dLbls>
          <c:showLegendKey val="0"/>
          <c:showVal val="0"/>
          <c:showCatName val="0"/>
          <c:showSerName val="0"/>
          <c:showPercent val="0"/>
          <c:showBubbleSize val="0"/>
        </c:dLbls>
        <c:gapWidth val="219"/>
        <c:overlap val="-27"/>
        <c:axId val="971520991"/>
        <c:axId val="971527711"/>
      </c:barChart>
      <c:catAx>
        <c:axId val="971520991"/>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a:t>Product</a:t>
                </a:r>
                <a:r>
                  <a:rPr lang="en-GB" baseline="0"/>
                  <a:t> Category</a:t>
                </a:r>
                <a:endParaRPr lang="en-KE"/>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K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971527711"/>
        <c:crosses val="autoZero"/>
        <c:auto val="1"/>
        <c:lblAlgn val="ctr"/>
        <c:lblOffset val="100"/>
        <c:noMultiLvlLbl val="0"/>
      </c:catAx>
      <c:valAx>
        <c:axId val="97152771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a:t>Sales</a:t>
                </a:r>
                <a:r>
                  <a:rPr lang="en-GB" baseline="0"/>
                  <a:t> Share</a:t>
                </a:r>
                <a:endParaRPr lang="en-KE"/>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KE"/>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9715209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K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GB"/>
              <a:t>Sales Share of Product category by Customer City</a:t>
            </a:r>
            <a:endParaRPr lang="en-KE"/>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KE"/>
        </a:p>
      </c:txPr>
    </c:title>
    <c:autoTitleDeleted val="0"/>
    <c:plotArea>
      <c:layout/>
      <c:barChart>
        <c:barDir val="col"/>
        <c:grouping val="clustered"/>
        <c:varyColors val="0"/>
        <c:ser>
          <c:idx val="0"/>
          <c:order val="0"/>
          <c:tx>
            <c:strRef>
              <c:f>Sheet1!$B$1</c:f>
              <c:strCache>
                <c:ptCount val="1"/>
                <c:pt idx="0">
                  <c:v>Dress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Kisumu</c:v>
                </c:pt>
                <c:pt idx="1">
                  <c:v>Mombasa</c:v>
                </c:pt>
                <c:pt idx="2">
                  <c:v>Nairobi</c:v>
                </c:pt>
                <c:pt idx="3">
                  <c:v>Nakuru</c:v>
                </c:pt>
              </c:strCache>
            </c:strRef>
          </c:cat>
          <c:val>
            <c:numRef>
              <c:f>Sheet1!$B$2:$B$5</c:f>
              <c:numCache>
                <c:formatCode>0.00</c:formatCode>
                <c:ptCount val="4"/>
                <c:pt idx="0">
                  <c:v>33.4442292732178</c:v>
                </c:pt>
                <c:pt idx="1">
                  <c:v>36.145662425574507</c:v>
                </c:pt>
                <c:pt idx="2">
                  <c:v>56.080074418727499</c:v>
                </c:pt>
                <c:pt idx="3">
                  <c:v>41.975804847395487</c:v>
                </c:pt>
              </c:numCache>
            </c:numRef>
          </c:val>
          <c:extLst>
            <c:ext xmlns:c16="http://schemas.microsoft.com/office/drawing/2014/chart" uri="{C3380CC4-5D6E-409C-BE32-E72D297353CC}">
              <c16:uniqueId val="{00000000-0B91-415F-A513-6E4FC73086EA}"/>
            </c:ext>
          </c:extLst>
        </c:ser>
        <c:ser>
          <c:idx val="1"/>
          <c:order val="1"/>
          <c:tx>
            <c:strRef>
              <c:f>Sheet1!$C$1</c:f>
              <c:strCache>
                <c:ptCount val="1"/>
                <c:pt idx="0">
                  <c:v>Jacket</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Kisumu</c:v>
                </c:pt>
                <c:pt idx="1">
                  <c:v>Mombasa</c:v>
                </c:pt>
                <c:pt idx="2">
                  <c:v>Nairobi</c:v>
                </c:pt>
                <c:pt idx="3">
                  <c:v>Nakuru</c:v>
                </c:pt>
              </c:strCache>
            </c:strRef>
          </c:cat>
          <c:val>
            <c:numRef>
              <c:f>Sheet1!$C$2:$C$5</c:f>
              <c:numCache>
                <c:formatCode>0.00</c:formatCode>
                <c:ptCount val="4"/>
                <c:pt idx="0">
                  <c:v>27.372853903466147</c:v>
                </c:pt>
                <c:pt idx="1">
                  <c:v>31.105366890588076</c:v>
                </c:pt>
                <c:pt idx="2">
                  <c:v>16.994559740095731</c:v>
                </c:pt>
                <c:pt idx="3">
                  <c:v>30.427765972748578</c:v>
                </c:pt>
              </c:numCache>
            </c:numRef>
          </c:val>
          <c:extLst>
            <c:ext xmlns:c16="http://schemas.microsoft.com/office/drawing/2014/chart" uri="{C3380CC4-5D6E-409C-BE32-E72D297353CC}">
              <c16:uniqueId val="{00000001-0B91-415F-A513-6E4FC73086EA}"/>
            </c:ext>
          </c:extLst>
        </c:ser>
        <c:ser>
          <c:idx val="2"/>
          <c:order val="2"/>
          <c:tx>
            <c:strRef>
              <c:f>Sheet1!$D$1</c:f>
              <c:strCache>
                <c:ptCount val="1"/>
                <c:pt idx="0">
                  <c:v>Jeans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Kisumu</c:v>
                </c:pt>
                <c:pt idx="1">
                  <c:v>Mombasa</c:v>
                </c:pt>
                <c:pt idx="2">
                  <c:v>Nairobi</c:v>
                </c:pt>
                <c:pt idx="3">
                  <c:v>Nakuru</c:v>
                </c:pt>
              </c:strCache>
            </c:strRef>
          </c:cat>
          <c:val>
            <c:numRef>
              <c:f>Sheet1!$D$2:$D$5</c:f>
              <c:numCache>
                <c:formatCode>0.00</c:formatCode>
                <c:ptCount val="4"/>
                <c:pt idx="0">
                  <c:v>20.840042655922293</c:v>
                </c:pt>
                <c:pt idx="1">
                  <c:v>16.627764191148398</c:v>
                </c:pt>
                <c:pt idx="2">
                  <c:v>15.108751546607039</c:v>
                </c:pt>
                <c:pt idx="3">
                  <c:v>10.533735803786474</c:v>
                </c:pt>
              </c:numCache>
            </c:numRef>
          </c:val>
          <c:extLst>
            <c:ext xmlns:c16="http://schemas.microsoft.com/office/drawing/2014/chart" uri="{C3380CC4-5D6E-409C-BE32-E72D297353CC}">
              <c16:uniqueId val="{00000003-0B91-415F-A513-6E4FC73086EA}"/>
            </c:ext>
          </c:extLst>
        </c:ser>
        <c:ser>
          <c:idx val="3"/>
          <c:order val="3"/>
          <c:tx>
            <c:strRef>
              <c:f>Sheet1!$E$1</c:f>
              <c:strCache>
                <c:ptCount val="1"/>
                <c:pt idx="0">
                  <c:v>T-Shirt</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Kisumu</c:v>
                </c:pt>
                <c:pt idx="1">
                  <c:v>Mombasa</c:v>
                </c:pt>
                <c:pt idx="2">
                  <c:v>Nairobi</c:v>
                </c:pt>
                <c:pt idx="3">
                  <c:v>Nakuru</c:v>
                </c:pt>
              </c:strCache>
            </c:strRef>
          </c:cat>
          <c:val>
            <c:numRef>
              <c:f>Sheet1!$E$2:$E$5</c:f>
              <c:numCache>
                <c:formatCode>0.00</c:formatCode>
                <c:ptCount val="4"/>
                <c:pt idx="0">
                  <c:v>9.8262315005946768</c:v>
                </c:pt>
                <c:pt idx="1">
                  <c:v>7.2158416658927447</c:v>
                </c:pt>
                <c:pt idx="2">
                  <c:v>5.3688621677013142</c:v>
                </c:pt>
                <c:pt idx="3">
                  <c:v>7.3831021576510363</c:v>
                </c:pt>
              </c:numCache>
            </c:numRef>
          </c:val>
          <c:extLst>
            <c:ext xmlns:c16="http://schemas.microsoft.com/office/drawing/2014/chart" uri="{C3380CC4-5D6E-409C-BE32-E72D297353CC}">
              <c16:uniqueId val="{00000004-0B91-415F-A513-6E4FC73086EA}"/>
            </c:ext>
          </c:extLst>
        </c:ser>
        <c:ser>
          <c:idx val="4"/>
          <c:order val="4"/>
          <c:tx>
            <c:strRef>
              <c:f>Sheet1!$F$1</c:f>
              <c:strCache>
                <c:ptCount val="1"/>
                <c:pt idx="0">
                  <c:v>Accessories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Kisumu</c:v>
                </c:pt>
                <c:pt idx="1">
                  <c:v>Mombasa</c:v>
                </c:pt>
                <c:pt idx="2">
                  <c:v>Nairobi</c:v>
                </c:pt>
                <c:pt idx="3">
                  <c:v>Nakuru</c:v>
                </c:pt>
              </c:strCache>
            </c:strRef>
          </c:cat>
          <c:val>
            <c:numRef>
              <c:f>Sheet1!$F$2:$F$5</c:f>
              <c:numCache>
                <c:formatCode>0.00</c:formatCode>
                <c:ptCount val="4"/>
                <c:pt idx="0">
                  <c:v>8.5166426667990791</c:v>
                </c:pt>
                <c:pt idx="1">
                  <c:v>8.9053648267962728</c:v>
                </c:pt>
                <c:pt idx="2">
                  <c:v>6.447752126868413</c:v>
                </c:pt>
                <c:pt idx="3">
                  <c:v>9.6795912184184303</c:v>
                </c:pt>
              </c:numCache>
            </c:numRef>
          </c:val>
          <c:extLst>
            <c:ext xmlns:c16="http://schemas.microsoft.com/office/drawing/2014/chart" uri="{C3380CC4-5D6E-409C-BE32-E72D297353CC}">
              <c16:uniqueId val="{00000005-0B91-415F-A513-6E4FC73086EA}"/>
            </c:ext>
          </c:extLst>
        </c:ser>
        <c:dLbls>
          <c:dLblPos val="outEnd"/>
          <c:showLegendKey val="0"/>
          <c:showVal val="1"/>
          <c:showCatName val="0"/>
          <c:showSerName val="0"/>
          <c:showPercent val="0"/>
          <c:showBubbleSize val="0"/>
        </c:dLbls>
        <c:gapWidth val="219"/>
        <c:overlap val="-27"/>
        <c:axId val="1075511103"/>
        <c:axId val="1075502463"/>
      </c:barChart>
      <c:catAx>
        <c:axId val="10755111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1075502463"/>
        <c:crosses val="autoZero"/>
        <c:auto val="1"/>
        <c:lblAlgn val="ctr"/>
        <c:lblOffset val="100"/>
        <c:noMultiLvlLbl val="0"/>
      </c:catAx>
      <c:valAx>
        <c:axId val="107550246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1075511103"/>
        <c:crosses val="autoZero"/>
        <c:crossBetween val="between"/>
        <c:majorUnit val="5"/>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K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Share of Sales by Customer Segment</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KE"/>
        </a:p>
      </c:txPr>
    </c:title>
    <c:autoTitleDeleted val="0"/>
    <c:plotArea>
      <c:layout/>
      <c:barChart>
        <c:barDir val="col"/>
        <c:grouping val="clustered"/>
        <c:varyColors val="0"/>
        <c:ser>
          <c:idx val="0"/>
          <c:order val="0"/>
          <c:tx>
            <c:strRef>
              <c:f>Sheet1!$B$1</c:f>
              <c:strCache>
                <c:ptCount val="1"/>
                <c:pt idx="0">
                  <c:v>sales_share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Budget</c:v>
                </c:pt>
                <c:pt idx="1">
                  <c:v>Premium</c:v>
                </c:pt>
                <c:pt idx="2">
                  <c:v>Regular</c:v>
                </c:pt>
              </c:strCache>
            </c:strRef>
          </c:cat>
          <c:val>
            <c:numRef>
              <c:f>Sheet1!$B$2:$B$4</c:f>
              <c:numCache>
                <c:formatCode>0.0</c:formatCode>
                <c:ptCount val="3"/>
                <c:pt idx="0">
                  <c:v>36.557566893701349</c:v>
                </c:pt>
                <c:pt idx="1">
                  <c:v>24.042897824410431</c:v>
                </c:pt>
                <c:pt idx="2">
                  <c:v>39.39953528188822</c:v>
                </c:pt>
              </c:numCache>
            </c:numRef>
          </c:val>
          <c:extLst>
            <c:ext xmlns:c16="http://schemas.microsoft.com/office/drawing/2014/chart" uri="{C3380CC4-5D6E-409C-BE32-E72D297353CC}">
              <c16:uniqueId val="{00000000-AA95-460F-B72E-4DE045308389}"/>
            </c:ext>
          </c:extLst>
        </c:ser>
        <c:dLbls>
          <c:showLegendKey val="0"/>
          <c:showVal val="0"/>
          <c:showCatName val="0"/>
          <c:showSerName val="0"/>
          <c:showPercent val="0"/>
          <c:showBubbleSize val="0"/>
        </c:dLbls>
        <c:gapWidth val="219"/>
        <c:overlap val="-27"/>
        <c:axId val="1069272415"/>
        <c:axId val="1069261375"/>
      </c:barChart>
      <c:catAx>
        <c:axId val="1069272415"/>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a:t>Customer Segment</a:t>
                </a:r>
                <a:endParaRPr lang="en-KE"/>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K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1069261375"/>
        <c:crosses val="autoZero"/>
        <c:auto val="1"/>
        <c:lblAlgn val="ctr"/>
        <c:lblOffset val="100"/>
        <c:noMultiLvlLbl val="0"/>
      </c:catAx>
      <c:valAx>
        <c:axId val="106926137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a:t>Sales Share</a:t>
                </a:r>
                <a:endParaRPr lang="en-KE"/>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KE"/>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10692724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K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4606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2528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2235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06935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91550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656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8132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227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12/6/2025</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1488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1982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28921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12/6/2025</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8440080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EE485E7-7D6D-4CB0-A3AD-261D97B2E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55E3208-F0C4-4962-8946-065C94F89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2" name="Title 1"/>
          <p:cNvSpPr>
            <a:spLocks noGrp="1"/>
          </p:cNvSpPr>
          <p:nvPr>
            <p:ph type="ctrTitle"/>
          </p:nvPr>
        </p:nvSpPr>
        <p:spPr>
          <a:xfrm>
            <a:off x="3855176" y="1027937"/>
            <a:ext cx="4562781" cy="3711894"/>
          </a:xfrm>
        </p:spPr>
        <p:txBody>
          <a:bodyPr vert="horz" lIns="91440" tIns="45720" rIns="91440" bIns="45720" rtlCol="0" anchor="ctr">
            <a:normAutofit/>
          </a:bodyPr>
          <a:lstStyle/>
          <a:p>
            <a:pPr defTabSz="914400"/>
            <a:r>
              <a:rPr lang="en-US" sz="4700" kern="1200">
                <a:latin typeface="+mj-lt"/>
                <a:ea typeface="+mj-ea"/>
                <a:cs typeface="+mj-cs"/>
              </a:rPr>
              <a:t>Sales &amp; Customer Insights Report</a:t>
            </a:r>
          </a:p>
        </p:txBody>
      </p:sp>
      <p:sp>
        <p:nvSpPr>
          <p:cNvPr id="3" name="Subtitle 2"/>
          <p:cNvSpPr>
            <a:spLocks noGrp="1"/>
          </p:cNvSpPr>
          <p:nvPr>
            <p:ph type="subTitle" idx="1"/>
          </p:nvPr>
        </p:nvSpPr>
        <p:spPr>
          <a:xfrm>
            <a:off x="726042" y="1027937"/>
            <a:ext cx="2441175" cy="3711894"/>
          </a:xfrm>
        </p:spPr>
        <p:txBody>
          <a:bodyPr vert="horz" lIns="91440" tIns="45720" rIns="91440" bIns="45720" rtlCol="0" anchor="ctr">
            <a:normAutofit/>
          </a:bodyPr>
          <a:lstStyle/>
          <a:p>
            <a:pPr indent="-228600" algn="r" defTabSz="914400">
              <a:buFont typeface="Arial" panose="020B0604020202020204" pitchFamily="34" charset="0"/>
              <a:buChar char="•"/>
            </a:pPr>
            <a:r>
              <a:rPr lang="en-US"/>
              <a:t>Clothing Store Data – 2024</a:t>
            </a:r>
          </a:p>
          <a:p>
            <a:pPr indent="-228600" algn="r" defTabSz="914400">
              <a:buFont typeface="Arial" panose="020B0604020202020204" pitchFamily="34" charset="0"/>
              <a:buChar char="•"/>
            </a:pPr>
            <a:r>
              <a:rPr lang="en-US"/>
              <a:t>Prepared by: Christine Karani</a:t>
            </a:r>
          </a:p>
          <a:p>
            <a:pPr indent="-228600" algn="r" defTabSz="914400">
              <a:buFont typeface="Arial" panose="020B0604020202020204" pitchFamily="34" charset="0"/>
              <a:buChar char="•"/>
            </a:pPr>
            <a:r>
              <a:rPr lang="en-US"/>
              <a:t>6</a:t>
            </a:r>
            <a:r>
              <a:rPr lang="en-US" baseline="30000"/>
              <a:t>th</a:t>
            </a:r>
            <a:r>
              <a:rPr lang="en-US"/>
              <a:t> December 2025</a:t>
            </a:r>
          </a:p>
          <a:p>
            <a:pPr indent="-228600" algn="r" defTabSz="914400">
              <a:buFont typeface="Arial" panose="020B0604020202020204" pitchFamily="34" charset="0"/>
              <a:buChar char="•"/>
            </a:pPr>
            <a:endParaRPr lang="en-US"/>
          </a:p>
        </p:txBody>
      </p:sp>
      <p:cxnSp>
        <p:nvCxnSpPr>
          <p:cNvPr id="7" name="Straight Connector 6">
            <a:extLst>
              <a:ext uri="{FF2B5EF4-FFF2-40B4-BE49-F238E27FC236}">
                <a16:creationId xmlns:a16="http://schemas.microsoft.com/office/drawing/2014/main" id="{4FAE17D3-C2DC-4665-AF20-33C5BACD5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375124"/>
            <a:ext cx="0" cy="3017520"/>
          </a:xfrm>
          <a:prstGeom prst="line">
            <a:avLst/>
          </a:prstGeom>
          <a:ln w="31750"/>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7021C573-B3FF-44B8-A5DE-AB39E9AA6B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16" name="Straight Connector 15">
            <a:extLst>
              <a:ext uri="{FF2B5EF4-FFF2-40B4-BE49-F238E27FC236}">
                <a16:creationId xmlns:a16="http://schemas.microsoft.com/office/drawing/2014/main" id="{50B0CCD4-E9B0-43B2-806F-05EDF57A7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3930" y="1050595"/>
            <a:ext cx="6056111" cy="1618489"/>
          </a:xfrm>
        </p:spPr>
        <p:txBody>
          <a:bodyPr anchor="ctr">
            <a:normAutofit fontScale="90000"/>
          </a:bodyPr>
          <a:lstStyle/>
          <a:p>
            <a:r>
              <a:rPr lang="en-GB" sz="5800"/>
              <a:t>Executive Summary</a:t>
            </a:r>
          </a:p>
        </p:txBody>
      </p:sp>
      <p:sp>
        <p:nvSpPr>
          <p:cNvPr id="3" name="Content Placeholder 2"/>
          <p:cNvSpPr>
            <a:spLocks noGrp="1"/>
          </p:cNvSpPr>
          <p:nvPr>
            <p:ph idx="1"/>
          </p:nvPr>
        </p:nvSpPr>
        <p:spPr>
          <a:xfrm>
            <a:off x="963930" y="2969469"/>
            <a:ext cx="6056111" cy="2800395"/>
          </a:xfrm>
        </p:spPr>
        <p:txBody>
          <a:bodyPr anchor="t">
            <a:normAutofit fontScale="92500"/>
          </a:bodyPr>
          <a:lstStyle/>
          <a:p>
            <a:pPr>
              <a:lnSpc>
                <a:spcPct val="90000"/>
              </a:lnSpc>
            </a:pPr>
            <a:r>
              <a:rPr lang="en-GB" sz="1300" dirty="0"/>
              <a:t> Highest sales occurred between March and April 2024 and thereafter had a steady increase after every three months</a:t>
            </a:r>
          </a:p>
          <a:p>
            <a:pPr>
              <a:lnSpc>
                <a:spcPct val="90000"/>
              </a:lnSpc>
            </a:pPr>
            <a:r>
              <a:rPr lang="en-GB" sz="1300" dirty="0"/>
              <a:t> The Age group 35+ is the dominant revenue driver as it generated 1.17m revenue with total transactions of 287 accounting for majority of sales</a:t>
            </a:r>
          </a:p>
          <a:p>
            <a:pPr>
              <a:lnSpc>
                <a:spcPct val="90000"/>
              </a:lnSpc>
            </a:pPr>
            <a:r>
              <a:rPr lang="en-GB" sz="1300" dirty="0"/>
              <a:t>Nairobi is the strongest market across the four cities, generating 605K, which is the largest share and volume whereas Kisumu has the lowest share contributing a revenue of 423K</a:t>
            </a:r>
          </a:p>
          <a:p>
            <a:pPr>
              <a:lnSpc>
                <a:spcPct val="90000"/>
              </a:lnSpc>
            </a:pPr>
            <a:r>
              <a:rPr lang="en-GB" sz="1300" dirty="0"/>
              <a:t>Across all categories, dresses are the highest revenue drivers; whereby, evening gown and casual summer dresses take the lead in sales. </a:t>
            </a:r>
          </a:p>
          <a:p>
            <a:pPr>
              <a:lnSpc>
                <a:spcPct val="90000"/>
              </a:lnSpc>
            </a:pPr>
            <a:r>
              <a:rPr lang="en-GB" sz="1300" dirty="0"/>
              <a:t>Generally, from this data, one of the recommendations is to focus on increasing the inventory to meet the demand of frequently bought products such as the evening gown. Another one is to create more awareness in Kisumu city to increase sales. This can be done through promotional gigs or advertisements. Across all the cities, focus should be put on acquiring trendy and fashionable scarfs and Tee shirts to increase demand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Overall Sales Performance</a:t>
            </a:r>
          </a:p>
        </p:txBody>
      </p:sp>
      <p:sp>
        <p:nvSpPr>
          <p:cNvPr id="3" name="Content Placeholder 2"/>
          <p:cNvSpPr>
            <a:spLocks noGrp="1"/>
          </p:cNvSpPr>
          <p:nvPr>
            <p:ph idx="1"/>
          </p:nvPr>
        </p:nvSpPr>
        <p:spPr>
          <a:xfrm>
            <a:off x="457200" y="1086416"/>
            <a:ext cx="7908202" cy="1720158"/>
          </a:xfrm>
        </p:spPr>
        <p:txBody>
          <a:bodyPr>
            <a:normAutofit fontScale="85000" lnSpcReduction="20000"/>
          </a:bodyPr>
          <a:lstStyle/>
          <a:p>
            <a:pPr marL="0" indent="0">
              <a:buNone/>
            </a:pPr>
            <a:endParaRPr dirty="0"/>
          </a:p>
          <a:p>
            <a:r>
              <a:rPr lang="en-GB" dirty="0"/>
              <a:t>The total revenue in the year 2024 is Ksh2,003,365</a:t>
            </a:r>
          </a:p>
          <a:p>
            <a:r>
              <a:rPr lang="en-GB" dirty="0"/>
              <a:t>May has the highest share of sales compared to all months with a percentage of 13, followed by August which has 10%. There is a tie of 9% in February, June, July, September and October. The lowest share is in March with only 3%.</a:t>
            </a:r>
          </a:p>
        </p:txBody>
      </p:sp>
      <p:graphicFrame>
        <p:nvGraphicFramePr>
          <p:cNvPr id="6" name="Chart 5">
            <a:extLst>
              <a:ext uri="{FF2B5EF4-FFF2-40B4-BE49-F238E27FC236}">
                <a16:creationId xmlns:a16="http://schemas.microsoft.com/office/drawing/2014/main" id="{6159B34E-3B11-DAE8-65CA-C9D150B3D070}"/>
              </a:ext>
            </a:extLst>
          </p:cNvPr>
          <p:cNvGraphicFramePr/>
          <p:nvPr>
            <p:extLst>
              <p:ext uri="{D42A27DB-BD31-4B8C-83A1-F6EECF244321}">
                <p14:modId xmlns:p14="http://schemas.microsoft.com/office/powerpoint/2010/main" val="3418742053"/>
              </p:ext>
            </p:extLst>
          </p:nvPr>
        </p:nvGraphicFramePr>
        <p:xfrm>
          <a:off x="600546" y="3105579"/>
          <a:ext cx="5211779" cy="3192840"/>
        </p:xfrm>
        <a:graphic>
          <a:graphicData uri="http://schemas.openxmlformats.org/drawingml/2006/chart">
            <c:chart xmlns:c="http://schemas.openxmlformats.org/drawingml/2006/chart" xmlns:r="http://schemas.openxmlformats.org/officeDocument/2006/relationships" r:id="rId2"/>
          </a:graphicData>
        </a:graphic>
      </p:graphicFrame>
      <p:pic>
        <p:nvPicPr>
          <p:cNvPr id="7" name="Picture 6">
            <a:extLst>
              <a:ext uri="{FF2B5EF4-FFF2-40B4-BE49-F238E27FC236}">
                <a16:creationId xmlns:a16="http://schemas.microsoft.com/office/drawing/2014/main" id="{787AF3F6-3AF4-1775-AE5B-635001460752}"/>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5902859" y="3249699"/>
            <a:ext cx="3241141" cy="2803781"/>
          </a:xfrm>
          <a:prstGeom prst="rect">
            <a:avLst/>
          </a:prstGeom>
          <a:ln>
            <a:noFill/>
          </a:ln>
          <a:effectLst>
            <a:softEdge rad="11250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dirty="0"/>
              <a:t>Sales by Customer City</a:t>
            </a:r>
          </a:p>
        </p:txBody>
      </p:sp>
      <p:sp>
        <p:nvSpPr>
          <p:cNvPr id="3" name="Content Placeholder 2"/>
          <p:cNvSpPr>
            <a:spLocks noGrp="1"/>
          </p:cNvSpPr>
          <p:nvPr>
            <p:ph idx="1"/>
          </p:nvPr>
        </p:nvSpPr>
        <p:spPr>
          <a:xfrm>
            <a:off x="1088684" y="2015734"/>
            <a:ext cx="3119137" cy="3450613"/>
          </a:xfrm>
        </p:spPr>
        <p:txBody>
          <a:bodyPr>
            <a:normAutofit/>
          </a:bodyPr>
          <a:lstStyle/>
          <a:p>
            <a:pPr>
              <a:lnSpc>
                <a:spcPct val="110000"/>
              </a:lnSpc>
            </a:pPr>
            <a:r>
              <a:rPr lang="en-GB" sz="1300"/>
              <a:t>The table below shows sales contribution across all the 4 cities where the stores are located</a:t>
            </a:r>
          </a:p>
          <a:p>
            <a:pPr>
              <a:lnSpc>
                <a:spcPct val="110000"/>
              </a:lnSpc>
            </a:pPr>
            <a:r>
              <a:rPr lang="en-GB" sz="1300"/>
              <a:t>Nairobi city is the highest revenue driver with total sales of ksh605761.5 followed by Nakuru with ksh490139.5. The lowest revenue driver is Kisumu with Ksh422919.</a:t>
            </a:r>
          </a:p>
          <a:p>
            <a:pPr>
              <a:lnSpc>
                <a:spcPct val="110000"/>
              </a:lnSpc>
            </a:pPr>
            <a:r>
              <a:rPr lang="en-GB" sz="1300"/>
              <a:t>Total units sold directly correlate with the Total sales in that region. For instance, Nairobi has the highest number of Total Units sold (229), whereas Kisumu has the least with 193.</a:t>
            </a:r>
          </a:p>
        </p:txBody>
      </p:sp>
      <p:grpSp>
        <p:nvGrpSpPr>
          <p:cNvPr id="10" name="Group 9">
            <a:extLst>
              <a:ext uri="{FF2B5EF4-FFF2-40B4-BE49-F238E27FC236}">
                <a16:creationId xmlns:a16="http://schemas.microsoft.com/office/drawing/2014/main" id="{F7C65FA4-631C-444F-89AA-F891363CCF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82367" y="2012810"/>
            <a:ext cx="3711494" cy="3453535"/>
            <a:chOff x="7807230" y="2012810"/>
            <a:chExt cx="3251252" cy="3459865"/>
          </a:xfrm>
        </p:grpSpPr>
        <p:sp>
          <p:nvSpPr>
            <p:cNvPr id="11" name="Rectangle 10">
              <a:extLst>
                <a:ext uri="{FF2B5EF4-FFF2-40B4-BE49-F238E27FC236}">
                  <a16:creationId xmlns:a16="http://schemas.microsoft.com/office/drawing/2014/main" id="{353C58CC-6818-48FD-9CE0-B43BF88B7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2694E9-2175-4647-803A-3AD63554C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solidFill>
              <a:schemeClr val="bg1"/>
            </a:soli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aphicFrame>
        <p:nvGraphicFramePr>
          <p:cNvPr id="5" name="Table 4">
            <a:extLst>
              <a:ext uri="{FF2B5EF4-FFF2-40B4-BE49-F238E27FC236}">
                <a16:creationId xmlns:a16="http://schemas.microsoft.com/office/drawing/2014/main" id="{32FFFD56-6289-7ADE-3DE9-A4BB14AA87C4}"/>
              </a:ext>
            </a:extLst>
          </p:cNvPr>
          <p:cNvGraphicFramePr>
            <a:graphicFrameLocks noGrp="1"/>
          </p:cNvGraphicFramePr>
          <p:nvPr>
            <p:extLst>
              <p:ext uri="{D42A27DB-BD31-4B8C-83A1-F6EECF244321}">
                <p14:modId xmlns:p14="http://schemas.microsoft.com/office/powerpoint/2010/main" val="3733111585"/>
              </p:ext>
            </p:extLst>
          </p:nvPr>
        </p:nvGraphicFramePr>
        <p:xfrm>
          <a:off x="4707942" y="2844291"/>
          <a:ext cx="3460405" cy="1784254"/>
        </p:xfrm>
        <a:graphic>
          <a:graphicData uri="http://schemas.openxmlformats.org/drawingml/2006/table">
            <a:tbl>
              <a:tblPr firstRow="1" bandRow="1">
                <a:tableStyleId>{5C22544A-7EE6-4342-B048-85BDC9FD1C3A}</a:tableStyleId>
              </a:tblPr>
              <a:tblGrid>
                <a:gridCol w="1081402">
                  <a:extLst>
                    <a:ext uri="{9D8B030D-6E8A-4147-A177-3AD203B41FA5}">
                      <a16:colId xmlns:a16="http://schemas.microsoft.com/office/drawing/2014/main" val="1642817153"/>
                    </a:ext>
                  </a:extLst>
                </a:gridCol>
                <a:gridCol w="1181343">
                  <a:extLst>
                    <a:ext uri="{9D8B030D-6E8A-4147-A177-3AD203B41FA5}">
                      <a16:colId xmlns:a16="http://schemas.microsoft.com/office/drawing/2014/main" val="1907464547"/>
                    </a:ext>
                  </a:extLst>
                </a:gridCol>
                <a:gridCol w="1197660">
                  <a:extLst>
                    <a:ext uri="{9D8B030D-6E8A-4147-A177-3AD203B41FA5}">
                      <a16:colId xmlns:a16="http://schemas.microsoft.com/office/drawing/2014/main" val="4254390158"/>
                    </a:ext>
                  </a:extLst>
                </a:gridCol>
              </a:tblGrid>
              <a:tr h="607478">
                <a:tc>
                  <a:txBody>
                    <a:bodyPr/>
                    <a:lstStyle/>
                    <a:p>
                      <a:pPr algn="ctr" fontAlgn="b">
                        <a:buNone/>
                      </a:pPr>
                      <a:r>
                        <a:rPr lang="en-GB" sz="1800" b="1" i="0" u="none" strike="noStrike">
                          <a:solidFill>
                            <a:srgbClr val="000000"/>
                          </a:solidFill>
                          <a:effectLst/>
                          <a:latin typeface="Calibri" panose="020F0502020204030204" pitchFamily="34" charset="0"/>
                        </a:rPr>
                        <a:t>Customer City</a:t>
                      </a:r>
                    </a:p>
                  </a:txBody>
                  <a:tcPr marL="12238" marR="12238" marT="12238" marB="0" anchor="b"/>
                </a:tc>
                <a:tc>
                  <a:txBody>
                    <a:bodyPr/>
                    <a:lstStyle/>
                    <a:p>
                      <a:pPr algn="ctr" fontAlgn="b">
                        <a:buNone/>
                      </a:pPr>
                      <a:r>
                        <a:rPr lang="en-GB" sz="1800" b="1" i="0" u="none" strike="noStrike">
                          <a:solidFill>
                            <a:srgbClr val="000000"/>
                          </a:solidFill>
                          <a:effectLst/>
                          <a:latin typeface="Calibri" panose="020F0502020204030204" pitchFamily="34" charset="0"/>
                        </a:rPr>
                        <a:t>Total Sales</a:t>
                      </a:r>
                    </a:p>
                  </a:txBody>
                  <a:tcPr marL="12238" marR="12238" marT="12238" marB="0" anchor="b"/>
                </a:tc>
                <a:tc>
                  <a:txBody>
                    <a:bodyPr/>
                    <a:lstStyle/>
                    <a:p>
                      <a:pPr algn="ctr" fontAlgn="b">
                        <a:buNone/>
                      </a:pPr>
                      <a:r>
                        <a:rPr lang="en-GB" sz="1800" b="1" i="0" u="none" strike="noStrike">
                          <a:solidFill>
                            <a:srgbClr val="000000"/>
                          </a:solidFill>
                          <a:effectLst/>
                          <a:latin typeface="Calibri" panose="020F0502020204030204" pitchFamily="34" charset="0"/>
                        </a:rPr>
                        <a:t>Total Units</a:t>
                      </a:r>
                    </a:p>
                  </a:txBody>
                  <a:tcPr marL="12238" marR="12238" marT="12238" marB="0" anchor="b"/>
                </a:tc>
                <a:extLst>
                  <a:ext uri="{0D108BD9-81ED-4DB2-BD59-A6C34878D82A}">
                    <a16:rowId xmlns:a16="http://schemas.microsoft.com/office/drawing/2014/main" val="4290816432"/>
                  </a:ext>
                </a:extLst>
              </a:tr>
              <a:tr h="294194">
                <a:tc>
                  <a:txBody>
                    <a:bodyPr/>
                    <a:lstStyle/>
                    <a:p>
                      <a:pPr algn="ctr" fontAlgn="b">
                        <a:buNone/>
                      </a:pPr>
                      <a:r>
                        <a:rPr lang="en-GB" sz="1500" b="0" i="0" u="none" strike="noStrike">
                          <a:solidFill>
                            <a:srgbClr val="000000"/>
                          </a:solidFill>
                          <a:effectLst/>
                          <a:latin typeface="Calibri" panose="020F0502020204030204" pitchFamily="34" charset="0"/>
                        </a:rPr>
                        <a:t>Nairobi</a:t>
                      </a:r>
                    </a:p>
                  </a:txBody>
                  <a:tcPr marL="12238" marR="12238" marT="12238" marB="0" anchor="b"/>
                </a:tc>
                <a:tc>
                  <a:txBody>
                    <a:bodyPr/>
                    <a:lstStyle/>
                    <a:p>
                      <a:pPr algn="ctr" fontAlgn="b">
                        <a:buNone/>
                      </a:pPr>
                      <a:r>
                        <a:rPr lang="en-KE" sz="1500" b="0" i="0" u="none" strike="noStrike">
                          <a:solidFill>
                            <a:srgbClr val="000000"/>
                          </a:solidFill>
                          <a:effectLst/>
                          <a:latin typeface="Calibri" panose="020F0502020204030204" pitchFamily="34" charset="0"/>
                        </a:rPr>
                        <a:t>605761.5</a:t>
                      </a:r>
                    </a:p>
                  </a:txBody>
                  <a:tcPr marL="12238" marR="12238" marT="12238" marB="0" anchor="b"/>
                </a:tc>
                <a:tc>
                  <a:txBody>
                    <a:bodyPr/>
                    <a:lstStyle/>
                    <a:p>
                      <a:pPr algn="ctr" fontAlgn="b">
                        <a:buNone/>
                      </a:pPr>
                      <a:r>
                        <a:rPr lang="en-KE" sz="1500" b="0" i="0" u="none" strike="noStrike">
                          <a:solidFill>
                            <a:srgbClr val="000000"/>
                          </a:solidFill>
                          <a:effectLst/>
                          <a:latin typeface="Calibri" panose="020F0502020204030204" pitchFamily="34" charset="0"/>
                        </a:rPr>
                        <a:t>229</a:t>
                      </a:r>
                    </a:p>
                  </a:txBody>
                  <a:tcPr marL="12238" marR="12238" marT="12238" marB="0" anchor="b"/>
                </a:tc>
                <a:extLst>
                  <a:ext uri="{0D108BD9-81ED-4DB2-BD59-A6C34878D82A}">
                    <a16:rowId xmlns:a16="http://schemas.microsoft.com/office/drawing/2014/main" val="3416020725"/>
                  </a:ext>
                </a:extLst>
              </a:tr>
              <a:tr h="294194">
                <a:tc>
                  <a:txBody>
                    <a:bodyPr/>
                    <a:lstStyle/>
                    <a:p>
                      <a:pPr algn="ctr" fontAlgn="b">
                        <a:buNone/>
                      </a:pPr>
                      <a:r>
                        <a:rPr lang="en-GB" sz="1500" b="0" i="0" u="none" strike="noStrike">
                          <a:solidFill>
                            <a:srgbClr val="000000"/>
                          </a:solidFill>
                          <a:effectLst/>
                          <a:latin typeface="Calibri" panose="020F0502020204030204" pitchFamily="34" charset="0"/>
                        </a:rPr>
                        <a:t>Nakuru</a:t>
                      </a:r>
                    </a:p>
                  </a:txBody>
                  <a:tcPr marL="12238" marR="12238" marT="12238" marB="0" anchor="b"/>
                </a:tc>
                <a:tc>
                  <a:txBody>
                    <a:bodyPr/>
                    <a:lstStyle/>
                    <a:p>
                      <a:pPr algn="ctr" fontAlgn="b">
                        <a:buNone/>
                      </a:pPr>
                      <a:r>
                        <a:rPr lang="en-KE" sz="1500" b="0" i="0" u="none" strike="noStrike">
                          <a:solidFill>
                            <a:srgbClr val="000000"/>
                          </a:solidFill>
                          <a:effectLst/>
                          <a:latin typeface="Calibri" panose="020F0502020204030204" pitchFamily="34" charset="0"/>
                        </a:rPr>
                        <a:t>490139.5</a:t>
                      </a:r>
                    </a:p>
                  </a:txBody>
                  <a:tcPr marL="12238" marR="12238" marT="12238" marB="0" anchor="b"/>
                </a:tc>
                <a:tc>
                  <a:txBody>
                    <a:bodyPr/>
                    <a:lstStyle/>
                    <a:p>
                      <a:pPr algn="ctr" fontAlgn="b">
                        <a:buNone/>
                      </a:pPr>
                      <a:r>
                        <a:rPr lang="en-KE" sz="1500" b="0" i="0" u="none" strike="noStrike">
                          <a:solidFill>
                            <a:srgbClr val="000000"/>
                          </a:solidFill>
                          <a:effectLst/>
                          <a:latin typeface="Calibri" panose="020F0502020204030204" pitchFamily="34" charset="0"/>
                        </a:rPr>
                        <a:t>210</a:t>
                      </a:r>
                    </a:p>
                  </a:txBody>
                  <a:tcPr marL="12238" marR="12238" marT="12238" marB="0" anchor="b"/>
                </a:tc>
                <a:extLst>
                  <a:ext uri="{0D108BD9-81ED-4DB2-BD59-A6C34878D82A}">
                    <a16:rowId xmlns:a16="http://schemas.microsoft.com/office/drawing/2014/main" val="3928483565"/>
                  </a:ext>
                </a:extLst>
              </a:tr>
              <a:tr h="294194">
                <a:tc>
                  <a:txBody>
                    <a:bodyPr/>
                    <a:lstStyle/>
                    <a:p>
                      <a:pPr algn="ctr" fontAlgn="b">
                        <a:buNone/>
                      </a:pPr>
                      <a:r>
                        <a:rPr lang="en-GB" sz="1500" b="0" i="0" u="none" strike="noStrike">
                          <a:solidFill>
                            <a:srgbClr val="000000"/>
                          </a:solidFill>
                          <a:effectLst/>
                          <a:latin typeface="Calibri" panose="020F0502020204030204" pitchFamily="34" charset="0"/>
                        </a:rPr>
                        <a:t>Mombasa</a:t>
                      </a:r>
                    </a:p>
                  </a:txBody>
                  <a:tcPr marL="12238" marR="12238" marT="12238" marB="0" anchor="b"/>
                </a:tc>
                <a:tc>
                  <a:txBody>
                    <a:bodyPr/>
                    <a:lstStyle/>
                    <a:p>
                      <a:pPr algn="ctr" fontAlgn="b">
                        <a:buNone/>
                      </a:pPr>
                      <a:r>
                        <a:rPr lang="en-KE" sz="1500" b="0" i="0" u="none" strike="noStrike">
                          <a:solidFill>
                            <a:srgbClr val="000000"/>
                          </a:solidFill>
                          <a:effectLst/>
                          <a:latin typeface="Calibri" panose="020F0502020204030204" pitchFamily="34" charset="0"/>
                        </a:rPr>
                        <a:t>484545</a:t>
                      </a:r>
                    </a:p>
                  </a:txBody>
                  <a:tcPr marL="12238" marR="12238" marT="12238" marB="0" anchor="b"/>
                </a:tc>
                <a:tc>
                  <a:txBody>
                    <a:bodyPr/>
                    <a:lstStyle/>
                    <a:p>
                      <a:pPr algn="ctr" fontAlgn="b">
                        <a:buNone/>
                      </a:pPr>
                      <a:r>
                        <a:rPr lang="en-KE" sz="1500" b="0" i="0" u="none" strike="noStrike">
                          <a:solidFill>
                            <a:srgbClr val="000000"/>
                          </a:solidFill>
                          <a:effectLst/>
                          <a:latin typeface="Calibri" panose="020F0502020204030204" pitchFamily="34" charset="0"/>
                        </a:rPr>
                        <a:t>208</a:t>
                      </a:r>
                    </a:p>
                  </a:txBody>
                  <a:tcPr marL="12238" marR="12238" marT="12238" marB="0" anchor="b"/>
                </a:tc>
                <a:extLst>
                  <a:ext uri="{0D108BD9-81ED-4DB2-BD59-A6C34878D82A}">
                    <a16:rowId xmlns:a16="http://schemas.microsoft.com/office/drawing/2014/main" val="3212347660"/>
                  </a:ext>
                </a:extLst>
              </a:tr>
              <a:tr h="294194">
                <a:tc>
                  <a:txBody>
                    <a:bodyPr/>
                    <a:lstStyle/>
                    <a:p>
                      <a:pPr algn="ctr" fontAlgn="b">
                        <a:buNone/>
                      </a:pPr>
                      <a:r>
                        <a:rPr lang="en-GB" sz="1500" b="0" i="0" u="none" strike="noStrike">
                          <a:solidFill>
                            <a:srgbClr val="000000"/>
                          </a:solidFill>
                          <a:effectLst/>
                          <a:latin typeface="Calibri" panose="020F0502020204030204" pitchFamily="34" charset="0"/>
                        </a:rPr>
                        <a:t>Kisumu</a:t>
                      </a:r>
                    </a:p>
                  </a:txBody>
                  <a:tcPr marL="12238" marR="12238" marT="12238" marB="0" anchor="b"/>
                </a:tc>
                <a:tc>
                  <a:txBody>
                    <a:bodyPr/>
                    <a:lstStyle/>
                    <a:p>
                      <a:pPr algn="ctr" fontAlgn="b">
                        <a:buNone/>
                      </a:pPr>
                      <a:r>
                        <a:rPr lang="en-KE" sz="1500" b="0" i="0" u="none" strike="noStrike">
                          <a:solidFill>
                            <a:srgbClr val="000000"/>
                          </a:solidFill>
                          <a:effectLst/>
                          <a:latin typeface="Calibri" panose="020F0502020204030204" pitchFamily="34" charset="0"/>
                        </a:rPr>
                        <a:t>422919</a:t>
                      </a:r>
                    </a:p>
                  </a:txBody>
                  <a:tcPr marL="12238" marR="12238" marT="12238" marB="0" anchor="b"/>
                </a:tc>
                <a:tc>
                  <a:txBody>
                    <a:bodyPr/>
                    <a:lstStyle/>
                    <a:p>
                      <a:pPr algn="ctr" fontAlgn="b">
                        <a:buNone/>
                      </a:pPr>
                      <a:r>
                        <a:rPr lang="en-KE" sz="1500" b="0" i="0" u="none" strike="noStrike">
                          <a:solidFill>
                            <a:srgbClr val="000000"/>
                          </a:solidFill>
                          <a:effectLst/>
                          <a:latin typeface="Calibri" panose="020F0502020204030204" pitchFamily="34" charset="0"/>
                        </a:rPr>
                        <a:t>193</a:t>
                      </a:r>
                    </a:p>
                  </a:txBody>
                  <a:tcPr marL="12238" marR="12238" marT="12238" marB="0" anchor="b"/>
                </a:tc>
                <a:extLst>
                  <a:ext uri="{0D108BD9-81ED-4DB2-BD59-A6C34878D82A}">
                    <a16:rowId xmlns:a16="http://schemas.microsoft.com/office/drawing/2014/main" val="32511979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313302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6300BAFB-8284-33B0-7E5F-8B0C45FC5DCE}"/>
              </a:ext>
            </a:extLst>
          </p:cNvPr>
          <p:cNvSpPr>
            <a:spLocks noGrp="1"/>
          </p:cNvSpPr>
          <p:nvPr>
            <p:ph type="title"/>
          </p:nvPr>
        </p:nvSpPr>
        <p:spPr>
          <a:xfrm>
            <a:off x="1088685" y="804520"/>
            <a:ext cx="3132383" cy="1049235"/>
          </a:xfrm>
        </p:spPr>
        <p:txBody>
          <a:bodyPr>
            <a:normAutofit/>
          </a:bodyPr>
          <a:lstStyle/>
          <a:p>
            <a:r>
              <a:rPr lang="en-GB" sz="3000"/>
              <a:t>Sales by Customer City</a:t>
            </a:r>
            <a:endParaRPr lang="en-KE" sz="3000"/>
          </a:p>
        </p:txBody>
      </p:sp>
      <p:sp>
        <p:nvSpPr>
          <p:cNvPr id="29" name="Rectangle 28">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9FAD2419-3A03-0B41-A208-565C48D52036}"/>
              </a:ext>
            </a:extLst>
          </p:cNvPr>
          <p:cNvSpPr>
            <a:spLocks noGrp="1"/>
          </p:cNvSpPr>
          <p:nvPr>
            <p:ph idx="1"/>
          </p:nvPr>
        </p:nvSpPr>
        <p:spPr>
          <a:xfrm>
            <a:off x="1088685" y="2015732"/>
            <a:ext cx="3129159" cy="3450613"/>
          </a:xfrm>
        </p:spPr>
        <p:txBody>
          <a:bodyPr>
            <a:normAutofit/>
          </a:bodyPr>
          <a:lstStyle/>
          <a:p>
            <a:pPr>
              <a:lnSpc>
                <a:spcPct val="110000"/>
              </a:lnSpc>
            </a:pPr>
            <a:r>
              <a:rPr lang="en-GB" sz="1700"/>
              <a:t>The graph below shows the percentage share of sales for each city. </a:t>
            </a:r>
          </a:p>
          <a:p>
            <a:pPr>
              <a:lnSpc>
                <a:spcPct val="110000"/>
              </a:lnSpc>
            </a:pPr>
            <a:r>
              <a:rPr lang="en-GB" sz="1700"/>
              <a:t>Nairobi has the highest share of sales of 30.24% followed by Nakuru and Mombasa with 24.47% and 24.19% respectively. Kisumu has the least share of sales with a percentage of 21.11.</a:t>
            </a:r>
            <a:endParaRPr lang="en-KE" sz="1700"/>
          </a:p>
        </p:txBody>
      </p:sp>
      <p:pic>
        <p:nvPicPr>
          <p:cNvPr id="31" name="Picture 30">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33" name="Straight Connector 32">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6" name="Chart 5">
            <a:extLst>
              <a:ext uri="{FF2B5EF4-FFF2-40B4-BE49-F238E27FC236}">
                <a16:creationId xmlns:a16="http://schemas.microsoft.com/office/drawing/2014/main" id="{70DA041A-475B-0C32-9FB7-AA0DB5A6E6BA}"/>
              </a:ext>
            </a:extLst>
          </p:cNvPr>
          <p:cNvGraphicFramePr/>
          <p:nvPr>
            <p:extLst>
              <p:ext uri="{D42A27DB-BD31-4B8C-83A1-F6EECF244321}">
                <p14:modId xmlns:p14="http://schemas.microsoft.com/office/powerpoint/2010/main" val="4002661857"/>
              </p:ext>
            </p:extLst>
          </p:nvPr>
        </p:nvGraphicFramePr>
        <p:xfrm>
          <a:off x="4570808" y="805583"/>
          <a:ext cx="4337802" cy="46607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00146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313302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088685" y="804520"/>
            <a:ext cx="3132383" cy="1049235"/>
          </a:xfrm>
        </p:spPr>
        <p:txBody>
          <a:bodyPr>
            <a:normAutofit/>
          </a:bodyPr>
          <a:lstStyle/>
          <a:p>
            <a:r>
              <a:rPr lang="en-GB" sz="2200"/>
              <a:t>Product Category Performance</a:t>
            </a:r>
          </a:p>
        </p:txBody>
      </p:sp>
      <p:sp>
        <p:nvSpPr>
          <p:cNvPr id="15" name="Rectangle 14">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p:cNvSpPr>
            <a:spLocks noGrp="1"/>
          </p:cNvSpPr>
          <p:nvPr>
            <p:ph idx="1"/>
          </p:nvPr>
        </p:nvSpPr>
        <p:spPr>
          <a:xfrm>
            <a:off x="1088685" y="2015732"/>
            <a:ext cx="3129159" cy="3450613"/>
          </a:xfrm>
        </p:spPr>
        <p:txBody>
          <a:bodyPr>
            <a:normAutofit/>
          </a:bodyPr>
          <a:lstStyle/>
          <a:p>
            <a:pPr>
              <a:lnSpc>
                <a:spcPct val="110000"/>
              </a:lnSpc>
            </a:pPr>
            <a:r>
              <a:rPr lang="en-GB" sz="1700"/>
              <a:t>The best-selling product is Evening gown (30.7%), followed by Denim jacket with a share of 17.5%. Casual summer is the third best performing product in sales with a percentage of 12.4. Leather Belt, Graphic Tee, Scarf and Basic Cotton Tee all have below 5% in their share of sales.</a:t>
            </a:r>
          </a:p>
          <a:p>
            <a:pPr>
              <a:lnSpc>
                <a:spcPct val="110000"/>
              </a:lnSpc>
            </a:pPr>
            <a:endParaRPr lang="en-GB" sz="1700"/>
          </a:p>
        </p:txBody>
      </p:sp>
      <p:pic>
        <p:nvPicPr>
          <p:cNvPr id="17" name="Picture 16">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19" name="Straight Connector 18">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6" name="Chart 5">
            <a:extLst>
              <a:ext uri="{FF2B5EF4-FFF2-40B4-BE49-F238E27FC236}">
                <a16:creationId xmlns:a16="http://schemas.microsoft.com/office/drawing/2014/main" id="{99A0DF82-4D40-1C57-3DFE-CCC3C00D9FD6}"/>
              </a:ext>
            </a:extLst>
          </p:cNvPr>
          <p:cNvGraphicFramePr/>
          <p:nvPr>
            <p:extLst>
              <p:ext uri="{D42A27DB-BD31-4B8C-83A1-F6EECF244321}">
                <p14:modId xmlns:p14="http://schemas.microsoft.com/office/powerpoint/2010/main" val="525737902"/>
              </p:ext>
            </p:extLst>
          </p:nvPr>
        </p:nvGraphicFramePr>
        <p:xfrm>
          <a:off x="4570808" y="805583"/>
          <a:ext cx="3720331" cy="466076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313302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57B9B6F0-724D-DEDF-355C-C9F5D71A5568}"/>
              </a:ext>
            </a:extLst>
          </p:cNvPr>
          <p:cNvSpPr>
            <a:spLocks noGrp="1"/>
          </p:cNvSpPr>
          <p:nvPr>
            <p:ph type="title"/>
          </p:nvPr>
        </p:nvSpPr>
        <p:spPr>
          <a:xfrm>
            <a:off x="1088685" y="804520"/>
            <a:ext cx="3132383" cy="1049235"/>
          </a:xfrm>
        </p:spPr>
        <p:txBody>
          <a:bodyPr>
            <a:normAutofit/>
          </a:bodyPr>
          <a:lstStyle/>
          <a:p>
            <a:r>
              <a:rPr lang="en-GB" sz="2200"/>
              <a:t>Product Category Performance</a:t>
            </a:r>
            <a:endParaRPr lang="en-KE" sz="2200"/>
          </a:p>
        </p:txBody>
      </p:sp>
      <p:sp>
        <p:nvSpPr>
          <p:cNvPr id="16" name="Rectangle 15">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2BFEB0A6-40C4-E6CD-0BA5-2DFCA2415773}"/>
              </a:ext>
            </a:extLst>
          </p:cNvPr>
          <p:cNvSpPr>
            <a:spLocks noGrp="1"/>
          </p:cNvSpPr>
          <p:nvPr>
            <p:ph idx="1"/>
          </p:nvPr>
        </p:nvSpPr>
        <p:spPr>
          <a:xfrm>
            <a:off x="1088685" y="2015732"/>
            <a:ext cx="3129159" cy="3450613"/>
          </a:xfrm>
        </p:spPr>
        <p:txBody>
          <a:bodyPr>
            <a:normAutofit/>
          </a:bodyPr>
          <a:lstStyle/>
          <a:p>
            <a:pPr>
              <a:lnSpc>
                <a:spcPct val="110000"/>
              </a:lnSpc>
            </a:pPr>
            <a:r>
              <a:rPr lang="en-GB" sz="1700"/>
              <a:t>Within the evening gown product, the best performing category is dress which has the largest margin share of 30.7%. Jacket comes second in the product category with a margin share of 17.6. Dress under casual summer dress comes third with 12.2%. The rest of the product categories have margin share below 10%.</a:t>
            </a:r>
          </a:p>
          <a:p>
            <a:pPr>
              <a:lnSpc>
                <a:spcPct val="110000"/>
              </a:lnSpc>
            </a:pPr>
            <a:endParaRPr lang="en-KE" sz="1700"/>
          </a:p>
        </p:txBody>
      </p:sp>
      <p:pic>
        <p:nvPicPr>
          <p:cNvPr id="18" name="Picture 17">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20" name="Straight Connector 19">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7" name="Chart 6">
            <a:extLst>
              <a:ext uri="{FF2B5EF4-FFF2-40B4-BE49-F238E27FC236}">
                <a16:creationId xmlns:a16="http://schemas.microsoft.com/office/drawing/2014/main" id="{C65AAD69-2B85-59D3-CF53-CB26618C23D8}"/>
              </a:ext>
            </a:extLst>
          </p:cNvPr>
          <p:cNvGraphicFramePr/>
          <p:nvPr>
            <p:extLst>
              <p:ext uri="{D42A27DB-BD31-4B8C-83A1-F6EECF244321}">
                <p14:modId xmlns:p14="http://schemas.microsoft.com/office/powerpoint/2010/main" val="3149672294"/>
              </p:ext>
            </p:extLst>
          </p:nvPr>
        </p:nvGraphicFramePr>
        <p:xfrm>
          <a:off x="4570808" y="805583"/>
          <a:ext cx="3720331" cy="46607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47731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313302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718BD53C-CD99-9EFD-F522-E2C8029C0008}"/>
              </a:ext>
            </a:extLst>
          </p:cNvPr>
          <p:cNvSpPr>
            <a:spLocks noGrp="1"/>
          </p:cNvSpPr>
          <p:nvPr>
            <p:ph type="title"/>
          </p:nvPr>
        </p:nvSpPr>
        <p:spPr>
          <a:xfrm>
            <a:off x="1088685" y="804520"/>
            <a:ext cx="3132383" cy="1049235"/>
          </a:xfrm>
        </p:spPr>
        <p:txBody>
          <a:bodyPr>
            <a:normAutofit/>
          </a:bodyPr>
          <a:lstStyle/>
          <a:p>
            <a:r>
              <a:rPr lang="en-GB" sz="2200"/>
              <a:t>Product Category Performance</a:t>
            </a:r>
            <a:endParaRPr lang="en-KE" sz="2200"/>
          </a:p>
        </p:txBody>
      </p:sp>
      <p:sp>
        <p:nvSpPr>
          <p:cNvPr id="13" name="Rectangle 12">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813E561B-9209-5FCF-2C72-55A98A4D3CFA}"/>
              </a:ext>
            </a:extLst>
          </p:cNvPr>
          <p:cNvSpPr>
            <a:spLocks noGrp="1"/>
          </p:cNvSpPr>
          <p:nvPr>
            <p:ph idx="1"/>
          </p:nvPr>
        </p:nvSpPr>
        <p:spPr>
          <a:xfrm>
            <a:off x="1088685" y="2015732"/>
            <a:ext cx="3129159" cy="3450613"/>
          </a:xfrm>
        </p:spPr>
        <p:txBody>
          <a:bodyPr>
            <a:normAutofit/>
          </a:bodyPr>
          <a:lstStyle/>
          <a:p>
            <a:pPr>
              <a:lnSpc>
                <a:spcPct val="110000"/>
              </a:lnSpc>
            </a:pPr>
            <a:r>
              <a:rPr lang="en-GB"/>
              <a:t>There is a common preference of product categories across different customer cities. For instance, in all cities, dress category has the largest share while T-shirt and accessories are least preferred with shares below 10.</a:t>
            </a:r>
          </a:p>
          <a:p>
            <a:pPr>
              <a:lnSpc>
                <a:spcPct val="110000"/>
              </a:lnSpc>
            </a:pPr>
            <a:endParaRPr lang="en-KE"/>
          </a:p>
        </p:txBody>
      </p:sp>
      <p:pic>
        <p:nvPicPr>
          <p:cNvPr id="4" name="Picture 3">
            <a:extLst>
              <a:ext uri="{FF2B5EF4-FFF2-40B4-BE49-F238E27FC236}">
                <a16:creationId xmlns:a16="http://schemas.microsoft.com/office/drawing/2014/main" id="{AB3F825B-6AA3-12D5-C97D-5FC1B0F32163}"/>
              </a:ext>
            </a:extLst>
          </p:cNvPr>
          <p:cNvPicPr>
            <a:picLocks noChangeAspect="1"/>
          </p:cNvPicPr>
          <p:nvPr/>
        </p:nvPicPr>
        <p:blipFill>
          <a:blip r:embed="rId2"/>
          <a:stretch>
            <a:fillRect/>
          </a:stretch>
        </p:blipFill>
        <p:spPr>
          <a:xfrm>
            <a:off x="4570808" y="2157876"/>
            <a:ext cx="4084305" cy="2414123"/>
          </a:xfrm>
          <a:prstGeom prst="rect">
            <a:avLst/>
          </a:prstGeom>
        </p:spPr>
      </p:pic>
      <p:pic>
        <p:nvPicPr>
          <p:cNvPr id="15" name="Picture 14">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17" name="Straight Connector 16">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030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84C75E2B-CACA-478C-B26B-182AF87A1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KE"/>
          </a:p>
        </p:txBody>
      </p:sp>
      <p:pic>
        <p:nvPicPr>
          <p:cNvPr id="40" name="Picture 39">
            <a:extLst>
              <a:ext uri="{FF2B5EF4-FFF2-40B4-BE49-F238E27FC236}">
                <a16:creationId xmlns:a16="http://schemas.microsoft.com/office/drawing/2014/main" id="{50FF2874-547C-4D14-9E18-28B19002FB8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41" name="Straight Connector 40">
            <a:extLst>
              <a:ext uri="{FF2B5EF4-FFF2-40B4-BE49-F238E27FC236}">
                <a16:creationId xmlns:a16="http://schemas.microsoft.com/office/drawing/2014/main" id="{36CF827D-A163-47F7-BD87-34EB4FA7D6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299D9A9-1DA8-433D-A9BC-FB48D93D42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43C97609-BAF1-45A3-F275-07F93DD49066}"/>
              </a:ext>
            </a:extLst>
          </p:cNvPr>
          <p:cNvSpPr>
            <a:spLocks noGrp="1"/>
          </p:cNvSpPr>
          <p:nvPr>
            <p:ph type="title"/>
          </p:nvPr>
        </p:nvSpPr>
        <p:spPr>
          <a:xfrm>
            <a:off x="1088684" y="804519"/>
            <a:ext cx="7202456" cy="1049235"/>
          </a:xfrm>
        </p:spPr>
        <p:txBody>
          <a:bodyPr vert="horz" lIns="91440" tIns="45720" rIns="91440" bIns="45720" rtlCol="0" anchor="t">
            <a:normAutofit/>
          </a:bodyPr>
          <a:lstStyle/>
          <a:p>
            <a:pPr defTabSz="914400"/>
            <a:r>
              <a:rPr lang="en-US"/>
              <a:t>Product Category Performance</a:t>
            </a:r>
          </a:p>
        </p:txBody>
      </p:sp>
      <p:graphicFrame>
        <p:nvGraphicFramePr>
          <p:cNvPr id="7" name="Chart 6">
            <a:extLst>
              <a:ext uri="{FF2B5EF4-FFF2-40B4-BE49-F238E27FC236}">
                <a16:creationId xmlns:a16="http://schemas.microsoft.com/office/drawing/2014/main" id="{2C3FA111-B16A-EAEC-C5E3-687AE8042783}"/>
              </a:ext>
            </a:extLst>
          </p:cNvPr>
          <p:cNvGraphicFramePr/>
          <p:nvPr>
            <p:extLst>
              <p:ext uri="{D42A27DB-BD31-4B8C-83A1-F6EECF244321}">
                <p14:modId xmlns:p14="http://schemas.microsoft.com/office/powerpoint/2010/main" val="1173403378"/>
              </p:ext>
            </p:extLst>
          </p:nvPr>
        </p:nvGraphicFramePr>
        <p:xfrm>
          <a:off x="1088684" y="2015732"/>
          <a:ext cx="7202455" cy="34506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08796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dirty="0"/>
              <a:t>Customer Segment Insights</a:t>
            </a:r>
          </a:p>
        </p:txBody>
      </p:sp>
      <p:sp>
        <p:nvSpPr>
          <p:cNvPr id="3" name="Content Placeholder 2"/>
          <p:cNvSpPr>
            <a:spLocks noGrp="1"/>
          </p:cNvSpPr>
          <p:nvPr>
            <p:ph idx="1"/>
          </p:nvPr>
        </p:nvSpPr>
        <p:spPr>
          <a:xfrm>
            <a:off x="1088684" y="2015734"/>
            <a:ext cx="3119137" cy="3450613"/>
          </a:xfrm>
        </p:spPr>
        <p:txBody>
          <a:bodyPr>
            <a:normAutofit/>
          </a:bodyPr>
          <a:lstStyle/>
          <a:p>
            <a:pPr>
              <a:lnSpc>
                <a:spcPct val="110000"/>
              </a:lnSpc>
            </a:pPr>
            <a:r>
              <a:rPr lang="en-GB"/>
              <a:t>Customers are categorized into Budget, Regular, and Premium. In the year 2024, The highest quantity of units sold came from Budget (323), followed by Regular with a total of 316 and in third position is Premium with 201</a:t>
            </a:r>
          </a:p>
        </p:txBody>
      </p:sp>
      <p:grpSp>
        <p:nvGrpSpPr>
          <p:cNvPr id="10" name="Group 9">
            <a:extLst>
              <a:ext uri="{FF2B5EF4-FFF2-40B4-BE49-F238E27FC236}">
                <a16:creationId xmlns:a16="http://schemas.microsoft.com/office/drawing/2014/main" id="{F7C65FA4-631C-444F-89AA-F891363CCF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82367" y="2012810"/>
            <a:ext cx="3711494" cy="3453535"/>
            <a:chOff x="7807230" y="2012810"/>
            <a:chExt cx="3251252" cy="3459865"/>
          </a:xfrm>
        </p:grpSpPr>
        <p:sp>
          <p:nvSpPr>
            <p:cNvPr id="11" name="Rectangle 10">
              <a:extLst>
                <a:ext uri="{FF2B5EF4-FFF2-40B4-BE49-F238E27FC236}">
                  <a16:creationId xmlns:a16="http://schemas.microsoft.com/office/drawing/2014/main" id="{353C58CC-6818-48FD-9CE0-B43BF88B7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2694E9-2175-4647-803A-3AD63554C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solidFill>
              <a:schemeClr val="bg1"/>
            </a:soli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aphicFrame>
        <p:nvGraphicFramePr>
          <p:cNvPr id="5" name="Table 4">
            <a:extLst>
              <a:ext uri="{FF2B5EF4-FFF2-40B4-BE49-F238E27FC236}">
                <a16:creationId xmlns:a16="http://schemas.microsoft.com/office/drawing/2014/main" id="{4593549B-B16F-6B6D-B8D7-F5FDC67E56E6}"/>
              </a:ext>
            </a:extLst>
          </p:cNvPr>
          <p:cNvGraphicFramePr>
            <a:graphicFrameLocks noGrp="1"/>
          </p:cNvGraphicFramePr>
          <p:nvPr>
            <p:extLst>
              <p:ext uri="{D42A27DB-BD31-4B8C-83A1-F6EECF244321}">
                <p14:modId xmlns:p14="http://schemas.microsoft.com/office/powerpoint/2010/main" val="4111089149"/>
              </p:ext>
            </p:extLst>
          </p:nvPr>
        </p:nvGraphicFramePr>
        <p:xfrm>
          <a:off x="4707942" y="3134690"/>
          <a:ext cx="3460405" cy="1203458"/>
        </p:xfrm>
        <a:graphic>
          <a:graphicData uri="http://schemas.openxmlformats.org/drawingml/2006/table">
            <a:tbl>
              <a:tblPr firstRow="1" bandRow="1">
                <a:tableStyleId>{5C22544A-7EE6-4342-B048-85BDC9FD1C3A}</a:tableStyleId>
              </a:tblPr>
              <a:tblGrid>
                <a:gridCol w="2163388">
                  <a:extLst>
                    <a:ext uri="{9D8B030D-6E8A-4147-A177-3AD203B41FA5}">
                      <a16:colId xmlns:a16="http://schemas.microsoft.com/office/drawing/2014/main" val="1722413172"/>
                    </a:ext>
                  </a:extLst>
                </a:gridCol>
                <a:gridCol w="1297017">
                  <a:extLst>
                    <a:ext uri="{9D8B030D-6E8A-4147-A177-3AD203B41FA5}">
                      <a16:colId xmlns:a16="http://schemas.microsoft.com/office/drawing/2014/main" val="2309389526"/>
                    </a:ext>
                  </a:extLst>
                </a:gridCol>
              </a:tblGrid>
              <a:tr h="357188">
                <a:tc>
                  <a:txBody>
                    <a:bodyPr/>
                    <a:lstStyle/>
                    <a:p>
                      <a:pPr algn="ctr" fontAlgn="b">
                        <a:buNone/>
                      </a:pPr>
                      <a:r>
                        <a:rPr lang="en-GB" sz="2000" b="1" i="0" u="none" strike="noStrike" dirty="0">
                          <a:solidFill>
                            <a:srgbClr val="000000"/>
                          </a:solidFill>
                          <a:effectLst/>
                          <a:latin typeface="Calibri" panose="020F0502020204030204" pitchFamily="34" charset="0"/>
                        </a:rPr>
                        <a:t>Customer Segment</a:t>
                      </a:r>
                    </a:p>
                  </a:txBody>
                  <a:tcPr marL="11734" marR="11734" marT="11734" marB="0" anchor="b"/>
                </a:tc>
                <a:tc>
                  <a:txBody>
                    <a:bodyPr/>
                    <a:lstStyle/>
                    <a:p>
                      <a:pPr algn="ctr" fontAlgn="b">
                        <a:buNone/>
                      </a:pPr>
                      <a:r>
                        <a:rPr lang="en-GB" sz="2000" b="1" i="0" u="none" strike="noStrike" dirty="0">
                          <a:solidFill>
                            <a:srgbClr val="000000"/>
                          </a:solidFill>
                          <a:effectLst/>
                          <a:latin typeface="Calibri" panose="020F0502020204030204" pitchFamily="34" charset="0"/>
                        </a:rPr>
                        <a:t>Total Units</a:t>
                      </a:r>
                    </a:p>
                  </a:txBody>
                  <a:tcPr marL="11734" marR="11734" marT="11734" marB="0" anchor="b"/>
                </a:tc>
                <a:extLst>
                  <a:ext uri="{0D108BD9-81ED-4DB2-BD59-A6C34878D82A}">
                    <a16:rowId xmlns:a16="http://schemas.microsoft.com/office/drawing/2014/main" val="181382790"/>
                  </a:ext>
                </a:extLst>
              </a:tr>
              <a:tr h="282090">
                <a:tc>
                  <a:txBody>
                    <a:bodyPr/>
                    <a:lstStyle/>
                    <a:p>
                      <a:pPr algn="ctr" fontAlgn="b">
                        <a:buNone/>
                      </a:pPr>
                      <a:r>
                        <a:rPr lang="en-GB" sz="1500" b="0" i="0" u="none" strike="noStrike">
                          <a:solidFill>
                            <a:srgbClr val="000000"/>
                          </a:solidFill>
                          <a:effectLst/>
                          <a:latin typeface="Calibri" panose="020F0502020204030204" pitchFamily="34" charset="0"/>
                        </a:rPr>
                        <a:t>Budget</a:t>
                      </a:r>
                    </a:p>
                  </a:txBody>
                  <a:tcPr marL="11734" marR="11734" marT="11734" marB="0" anchor="b"/>
                </a:tc>
                <a:tc>
                  <a:txBody>
                    <a:bodyPr/>
                    <a:lstStyle/>
                    <a:p>
                      <a:pPr algn="ctr" fontAlgn="b">
                        <a:buNone/>
                      </a:pPr>
                      <a:r>
                        <a:rPr lang="en-KE" sz="1500" b="0" i="0" u="none" strike="noStrike">
                          <a:solidFill>
                            <a:srgbClr val="000000"/>
                          </a:solidFill>
                          <a:effectLst/>
                          <a:latin typeface="Calibri" panose="020F0502020204030204" pitchFamily="34" charset="0"/>
                        </a:rPr>
                        <a:t>323</a:t>
                      </a:r>
                    </a:p>
                  </a:txBody>
                  <a:tcPr marL="11734" marR="11734" marT="11734" marB="0" anchor="b"/>
                </a:tc>
                <a:extLst>
                  <a:ext uri="{0D108BD9-81ED-4DB2-BD59-A6C34878D82A}">
                    <a16:rowId xmlns:a16="http://schemas.microsoft.com/office/drawing/2014/main" val="2681670795"/>
                  </a:ext>
                </a:extLst>
              </a:tr>
              <a:tr h="282090">
                <a:tc>
                  <a:txBody>
                    <a:bodyPr/>
                    <a:lstStyle/>
                    <a:p>
                      <a:pPr algn="ctr" fontAlgn="b">
                        <a:buNone/>
                      </a:pPr>
                      <a:r>
                        <a:rPr lang="en-GB" sz="1500" b="0" i="0" u="none" strike="noStrike">
                          <a:solidFill>
                            <a:srgbClr val="000000"/>
                          </a:solidFill>
                          <a:effectLst/>
                          <a:latin typeface="Calibri" panose="020F0502020204030204" pitchFamily="34" charset="0"/>
                        </a:rPr>
                        <a:t>Premium</a:t>
                      </a:r>
                    </a:p>
                  </a:txBody>
                  <a:tcPr marL="11734" marR="11734" marT="11734" marB="0" anchor="b"/>
                </a:tc>
                <a:tc>
                  <a:txBody>
                    <a:bodyPr/>
                    <a:lstStyle/>
                    <a:p>
                      <a:pPr algn="ctr" fontAlgn="b">
                        <a:buNone/>
                      </a:pPr>
                      <a:r>
                        <a:rPr lang="en-KE" sz="1500" b="0" i="0" u="none" strike="noStrike">
                          <a:solidFill>
                            <a:srgbClr val="000000"/>
                          </a:solidFill>
                          <a:effectLst/>
                          <a:latin typeface="Calibri" panose="020F0502020204030204" pitchFamily="34" charset="0"/>
                        </a:rPr>
                        <a:t>201</a:t>
                      </a:r>
                    </a:p>
                  </a:txBody>
                  <a:tcPr marL="11734" marR="11734" marT="11734" marB="0" anchor="b"/>
                </a:tc>
                <a:extLst>
                  <a:ext uri="{0D108BD9-81ED-4DB2-BD59-A6C34878D82A}">
                    <a16:rowId xmlns:a16="http://schemas.microsoft.com/office/drawing/2014/main" val="2232566119"/>
                  </a:ext>
                </a:extLst>
              </a:tr>
              <a:tr h="282090">
                <a:tc>
                  <a:txBody>
                    <a:bodyPr/>
                    <a:lstStyle/>
                    <a:p>
                      <a:pPr algn="ctr" fontAlgn="b">
                        <a:buNone/>
                      </a:pPr>
                      <a:r>
                        <a:rPr lang="en-GB" sz="1500" b="0" i="0" u="none" strike="noStrike">
                          <a:solidFill>
                            <a:srgbClr val="000000"/>
                          </a:solidFill>
                          <a:effectLst/>
                          <a:latin typeface="Calibri" panose="020F0502020204030204" pitchFamily="34" charset="0"/>
                        </a:rPr>
                        <a:t>Regular</a:t>
                      </a:r>
                    </a:p>
                  </a:txBody>
                  <a:tcPr marL="11734" marR="11734" marT="11734" marB="0" anchor="b"/>
                </a:tc>
                <a:tc>
                  <a:txBody>
                    <a:bodyPr/>
                    <a:lstStyle/>
                    <a:p>
                      <a:pPr algn="ctr" fontAlgn="b">
                        <a:buNone/>
                      </a:pPr>
                      <a:r>
                        <a:rPr lang="en-KE" sz="1500" b="0" i="0" u="none" strike="noStrike" dirty="0">
                          <a:solidFill>
                            <a:srgbClr val="000000"/>
                          </a:solidFill>
                          <a:effectLst/>
                          <a:latin typeface="Calibri" panose="020F0502020204030204" pitchFamily="34" charset="0"/>
                        </a:rPr>
                        <a:t>316</a:t>
                      </a:r>
                    </a:p>
                  </a:txBody>
                  <a:tcPr marL="11734" marR="11734" marT="11734" marB="0" anchor="b"/>
                </a:tc>
                <a:extLst>
                  <a:ext uri="{0D108BD9-81ED-4DB2-BD59-A6C34878D82A}">
                    <a16:rowId xmlns:a16="http://schemas.microsoft.com/office/drawing/2014/main" val="131077268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313302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FC5042C8-D276-30E1-EBEB-291122B87F9C}"/>
              </a:ext>
            </a:extLst>
          </p:cNvPr>
          <p:cNvSpPr>
            <a:spLocks noGrp="1"/>
          </p:cNvSpPr>
          <p:nvPr>
            <p:ph type="title"/>
          </p:nvPr>
        </p:nvSpPr>
        <p:spPr>
          <a:xfrm>
            <a:off x="1088685" y="804520"/>
            <a:ext cx="3132383" cy="1049235"/>
          </a:xfrm>
        </p:spPr>
        <p:txBody>
          <a:bodyPr>
            <a:normAutofit/>
          </a:bodyPr>
          <a:lstStyle/>
          <a:p>
            <a:r>
              <a:rPr lang="en-GB" sz="2500"/>
              <a:t>Customer Segment Insights</a:t>
            </a:r>
            <a:endParaRPr lang="en-KE" sz="2500"/>
          </a:p>
        </p:txBody>
      </p:sp>
      <p:sp>
        <p:nvSpPr>
          <p:cNvPr id="15" name="Rectangle 14">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770E9959-B925-2D7B-29C9-DB26FED19F23}"/>
              </a:ext>
            </a:extLst>
          </p:cNvPr>
          <p:cNvSpPr>
            <a:spLocks noGrp="1"/>
          </p:cNvSpPr>
          <p:nvPr>
            <p:ph idx="1"/>
          </p:nvPr>
        </p:nvSpPr>
        <p:spPr>
          <a:xfrm>
            <a:off x="1088685" y="2015732"/>
            <a:ext cx="3129159" cy="3450613"/>
          </a:xfrm>
        </p:spPr>
        <p:txBody>
          <a:bodyPr>
            <a:normAutofit/>
          </a:bodyPr>
          <a:lstStyle/>
          <a:p>
            <a:r>
              <a:rPr lang="en-GB"/>
              <a:t>Regular customer segment is the highest driver of revenue with a share of 39.4. Budget follows closely with 36.6 and in third place is Premium with 24.0.</a:t>
            </a:r>
          </a:p>
          <a:p>
            <a:endParaRPr lang="en-KE" dirty="0"/>
          </a:p>
        </p:txBody>
      </p:sp>
      <p:pic>
        <p:nvPicPr>
          <p:cNvPr id="17" name="Picture 16">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19" name="Straight Connector 18">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6" name="Chart 5">
            <a:extLst>
              <a:ext uri="{FF2B5EF4-FFF2-40B4-BE49-F238E27FC236}">
                <a16:creationId xmlns:a16="http://schemas.microsoft.com/office/drawing/2014/main" id="{95CF92AD-ABB4-2AA3-82D9-C5BDFAD6108B}"/>
              </a:ext>
            </a:extLst>
          </p:cNvPr>
          <p:cNvGraphicFramePr/>
          <p:nvPr>
            <p:extLst>
              <p:ext uri="{D42A27DB-BD31-4B8C-83A1-F6EECF244321}">
                <p14:modId xmlns:p14="http://schemas.microsoft.com/office/powerpoint/2010/main" val="1098768974"/>
              </p:ext>
            </p:extLst>
          </p:nvPr>
        </p:nvGraphicFramePr>
        <p:xfrm>
          <a:off x="4570808" y="805583"/>
          <a:ext cx="3720331" cy="46607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20804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7404" y="-2"/>
            <a:ext cx="3046596"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60878" y="1240076"/>
            <a:ext cx="2045859" cy="4584527"/>
          </a:xfrm>
        </p:spPr>
        <p:txBody>
          <a:bodyPr>
            <a:normAutofit/>
          </a:bodyPr>
          <a:lstStyle/>
          <a:p>
            <a:r>
              <a:rPr lang="en-GB" sz="1500">
                <a:solidFill>
                  <a:srgbClr val="FFFFFF"/>
                </a:solidFill>
              </a:rPr>
              <a:t>Strategic Recommendations</a:t>
            </a:r>
          </a:p>
        </p:txBody>
      </p:sp>
      <p:sp>
        <p:nvSpPr>
          <p:cNvPr id="3" name="Content Placeholder 2"/>
          <p:cNvSpPr>
            <a:spLocks noGrp="1"/>
          </p:cNvSpPr>
          <p:nvPr>
            <p:ph idx="1"/>
          </p:nvPr>
        </p:nvSpPr>
        <p:spPr>
          <a:xfrm>
            <a:off x="1088684" y="1240077"/>
            <a:ext cx="4526120" cy="4916465"/>
          </a:xfrm>
        </p:spPr>
        <p:txBody>
          <a:bodyPr anchor="t">
            <a:normAutofit/>
          </a:bodyPr>
          <a:lstStyle/>
          <a:p>
            <a:pPr>
              <a:lnSpc>
                <a:spcPct val="110000"/>
              </a:lnSpc>
            </a:pPr>
            <a:r>
              <a:rPr lang="en-GB" sz="1200"/>
              <a:t>May and August coincide with school holidays in Kenya, and these months recorded the highest purchase volumes. This indicates a need to increase inventory during school holiday periods, as parents tend to have more disposable income when school fees are not due.</a:t>
            </a:r>
          </a:p>
          <a:p>
            <a:pPr>
              <a:lnSpc>
                <a:spcPct val="110000"/>
              </a:lnSpc>
            </a:pPr>
            <a:r>
              <a:rPr lang="en-GB" sz="1200"/>
              <a:t>Nairobi should receive the largest share of inventory allocations, as it consistently generates the highest sales. Additional marketing campaigns and product awareness initiatives are needed in Kisumu to grow the customer base. Offering targeted discounts may also help attract more buyers in this region.</a:t>
            </a:r>
          </a:p>
          <a:p>
            <a:pPr>
              <a:lnSpc>
                <a:spcPct val="110000"/>
              </a:lnSpc>
            </a:pPr>
            <a:r>
              <a:rPr lang="en-GB" sz="1200"/>
              <a:t>There is an opportunity to expand the range of designer and trendy scarves, as well as cotton tees, to attract more customers and increase interest in these categories.</a:t>
            </a:r>
          </a:p>
          <a:p>
            <a:pPr>
              <a:lnSpc>
                <a:spcPct val="110000"/>
              </a:lnSpc>
            </a:pPr>
            <a:r>
              <a:rPr lang="en-GB" sz="1200"/>
              <a:t>Premium customers currently show the lowest purchase frequency and sales contribution. Further research is needed to understand their specific preferences and tailor product offerings or services that better appeal to this segment.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KE"/>
          </a:p>
        </p:txBody>
      </p:sp>
      <p:pic>
        <p:nvPicPr>
          <p:cNvPr id="11" name="Picture 10">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16" name="Straight Connector 15">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13335" y="3528542"/>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20" name="Rectangle 19">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0F9A09FF-00AD-152C-73F1-F2A748273116}"/>
              </a:ext>
            </a:extLst>
          </p:cNvPr>
          <p:cNvSpPr>
            <a:spLocks noGrp="1"/>
          </p:cNvSpPr>
          <p:nvPr>
            <p:ph type="title"/>
          </p:nvPr>
        </p:nvSpPr>
        <p:spPr>
          <a:xfrm>
            <a:off x="1089462" y="962902"/>
            <a:ext cx="3132288" cy="2380828"/>
          </a:xfrm>
        </p:spPr>
        <p:txBody>
          <a:bodyPr vert="horz" lIns="91440" tIns="45720" rIns="91440" bIns="0" rtlCol="0" anchor="b">
            <a:normAutofit/>
          </a:bodyPr>
          <a:lstStyle/>
          <a:p>
            <a:pPr defTabSz="914400"/>
            <a:r>
              <a:rPr lang="en-US" sz="4200"/>
              <a:t>The End</a:t>
            </a:r>
          </a:p>
        </p:txBody>
      </p:sp>
      <p:sp>
        <p:nvSpPr>
          <p:cNvPr id="3" name="Content Placeholder 2">
            <a:extLst>
              <a:ext uri="{FF2B5EF4-FFF2-40B4-BE49-F238E27FC236}">
                <a16:creationId xmlns:a16="http://schemas.microsoft.com/office/drawing/2014/main" id="{FBFFF366-9EC0-57B7-4CD9-78890A8EE865}"/>
              </a:ext>
            </a:extLst>
          </p:cNvPr>
          <p:cNvSpPr>
            <a:spLocks noGrp="1"/>
          </p:cNvSpPr>
          <p:nvPr>
            <p:ph idx="1"/>
          </p:nvPr>
        </p:nvSpPr>
        <p:spPr>
          <a:xfrm>
            <a:off x="1089462" y="3531204"/>
            <a:ext cx="3128610" cy="1610643"/>
          </a:xfrm>
        </p:spPr>
        <p:txBody>
          <a:bodyPr vert="horz" lIns="91440" tIns="91440" rIns="91440" bIns="91440" rtlCol="0">
            <a:normAutofit/>
          </a:bodyPr>
          <a:lstStyle/>
          <a:p>
            <a:pPr marL="0" indent="0" defTabSz="914400">
              <a:buNone/>
            </a:pPr>
            <a:r>
              <a:rPr lang="en-US" sz="1400" cap="all"/>
              <a:t>Thank You!</a:t>
            </a:r>
          </a:p>
        </p:txBody>
      </p:sp>
      <p:cxnSp>
        <p:nvCxnSpPr>
          <p:cNvPr id="24" name="Straight Connector 23">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9462" y="3528543"/>
            <a:ext cx="3128610"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7" name="Graphic 6" descr="Handshake">
            <a:extLst>
              <a:ext uri="{FF2B5EF4-FFF2-40B4-BE49-F238E27FC236}">
                <a16:creationId xmlns:a16="http://schemas.microsoft.com/office/drawing/2014/main" id="{1DD65671-28D0-DC36-6054-510A1D8D9D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0808" y="1275798"/>
            <a:ext cx="3720331" cy="3720331"/>
          </a:xfrm>
          <a:prstGeom prst="rect">
            <a:avLst/>
          </a:prstGeom>
        </p:spPr>
      </p:pic>
      <p:pic>
        <p:nvPicPr>
          <p:cNvPr id="26" name="Picture 25">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28" name="Straight Connector 27">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606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1422</TotalTime>
  <Words>885</Words>
  <Application>Microsoft Office PowerPoint</Application>
  <PresentationFormat>On-screen Show (4:3)</PresentationFormat>
  <Paragraphs>77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Gill Sans MT</vt:lpstr>
      <vt:lpstr>Gallery</vt:lpstr>
      <vt:lpstr>Sales &amp; Customer Insights Report</vt:lpstr>
      <vt:lpstr>Executive Summary</vt:lpstr>
      <vt:lpstr>Overall Sales Performance</vt:lpstr>
      <vt:lpstr>Sales by Customer City</vt:lpstr>
      <vt:lpstr>Sales by Customer City</vt:lpstr>
      <vt:lpstr>Product Category Performance</vt:lpstr>
      <vt:lpstr>Product Category Performance</vt:lpstr>
      <vt:lpstr>Product Category Performance</vt:lpstr>
      <vt:lpstr>Product Category Performance</vt:lpstr>
      <vt:lpstr>Customer Segment Insights</vt:lpstr>
      <vt:lpstr>Customer Segment Insights</vt:lpstr>
      <vt:lpstr>Strategic Recommendations</vt:lpstr>
      <vt:lpstr>The End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Christine Karani</dc:creator>
  <cp:keywords/>
  <dc:description>generated using python-pptx</dc:description>
  <cp:lastModifiedBy>Christine Karani</cp:lastModifiedBy>
  <cp:revision>1</cp:revision>
  <dcterms:created xsi:type="dcterms:W3CDTF">2013-01-27T09:14:16Z</dcterms:created>
  <dcterms:modified xsi:type="dcterms:W3CDTF">2025-12-07T16:00:36Z</dcterms:modified>
  <cp:category/>
</cp:coreProperties>
</file>